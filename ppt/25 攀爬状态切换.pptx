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43183-A227-404A-056C-C7CD6A65B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0600A-2D4A-5EA4-2C5E-13203F623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78785-AC08-ECB8-A2F6-ECEAB2474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3B91D-7B7C-422D-BD03-D4B7AF7672B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42F11-3C44-15DC-2A94-03A7C8053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A0647-5F00-B70D-ECAA-2CC889D12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687B-3BA1-4CDA-9F04-F0F5F6FC0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404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56E9B-A1DF-D39B-F0A3-029AB593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899CD-D43A-A60F-5724-E1AAFBC5F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CACA9-ACDD-9F5A-CC04-4EEA97D01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3B91D-7B7C-422D-BD03-D4B7AF7672B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37C2F-6EE8-099C-817E-D5141D158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EEB0C-A2B4-78EF-2E81-B10C083BC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687B-3BA1-4CDA-9F04-F0F5F6FC0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646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57E52-B448-163B-808E-732AE0773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5DA4E-CDE5-AB6D-E465-7FE5D5E8B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1EF8C-2975-9F3F-7867-6F38517F8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3B91D-7B7C-422D-BD03-D4B7AF7672B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766FC-EFCF-53CF-28B8-8F2C7BEB3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A7AB3-158A-6906-1D03-FB5BB2597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687B-3BA1-4CDA-9F04-F0F5F6FC0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579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30631-D48A-1704-77A9-BB66F441E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F9C4D-5AFA-E758-97AD-44F6174752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16D2D5-2429-15EF-AAD7-79B5FC737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6C0D61-812C-F8E2-86B3-EFCC33CAE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3B91D-7B7C-422D-BD03-D4B7AF7672B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9E61C0-609C-95CA-48F9-B9D2C2F0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5D64A-62B1-9443-DB2E-A4B667977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687B-3BA1-4CDA-9F04-F0F5F6FC0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743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9AF33-E478-33B8-382A-51113CBFA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28B5F-51DD-E33A-1373-C1ED1C051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0FBA86-7A9C-93CB-D254-331EE643C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07C7D8-11AA-1FDD-CECF-ECB2DCA295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C6DECE-9D7D-ABF3-7D35-AD2EC21371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2F64CB-93D4-C72E-583A-C768C1DAE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3B91D-7B7C-422D-BD03-D4B7AF7672B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9EA822-DEEF-5D87-C50B-EFD6E7609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9CCB86-C658-6444-F8A5-C0BE65AFF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687B-3BA1-4CDA-9F04-F0F5F6FC0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ED2BB-4EB2-A72C-840B-AEFD7C206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09AC80-4545-CD66-2F65-7C2F7F8EE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3B91D-7B7C-422D-BD03-D4B7AF7672B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6B5EFE-FD38-18C7-E074-7858FC092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AAD834-6E85-74E9-25B0-AC999C3BE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687B-3BA1-4CDA-9F04-F0F5F6FC0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41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0B4E9D-CE31-0FBD-2711-1B1CB55AF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3B91D-7B7C-422D-BD03-D4B7AF7672B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D9796C-16B6-2485-2D89-9462C9B5B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BFB75-4FE3-240A-7704-64E51673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687B-3BA1-4CDA-9F04-F0F5F6FC0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833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D36BF-951D-2D9F-E43A-54C8BAAC1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C63FC-A61F-553D-F84A-F1BF89F9A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582FFF-C334-6A9F-9888-1F6FB49D3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BF0EB-A15D-C380-71F5-AE2D7B8BE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3B91D-7B7C-422D-BD03-D4B7AF7672B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D2314-7C26-49D4-E254-EB67E93A5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F5948-840F-FEAD-E5EE-967375CAC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687B-3BA1-4CDA-9F04-F0F5F6FC0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10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0CB2-5EA2-5732-5AE2-CDC16CC2F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1FE850-CCA6-C4D9-4B5B-2D6AAD136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B390D-A8B3-98E8-49E4-E2086C44A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AB2DA-DFF9-2CF8-D923-D970F0300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3B91D-7B7C-422D-BD03-D4B7AF7672B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CE4B0-DB94-3E57-5433-45B507B19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EE962-8049-DD0C-3D47-90FFE6527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687B-3BA1-4CDA-9F04-F0F5F6FC0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704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688A4-9D98-6960-DD01-F9F99966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A86D5-E719-7ECD-03E9-1386110F09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AA61F-E4F5-6C1D-1192-E0B0B4E1C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3B91D-7B7C-422D-BD03-D4B7AF7672B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6DD29-8F16-0EDF-9651-C2C6B1C8F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84264-B074-A91F-F1CA-5AC35DED7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687B-3BA1-4CDA-9F04-F0F5F6FC0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252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C591DF-6F57-9E9B-0FC4-43E4799454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EA5795-59C5-AB27-FDC3-C5994F1D64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39FF4-529F-8B70-B9EC-810B71F7B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3B91D-7B7C-422D-BD03-D4B7AF7672B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B13FB-78B0-3711-FA54-FC433BA55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7411E-7A10-BB53-19A6-C38E2E93F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687B-3BA1-4CDA-9F04-F0F5F6FC0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880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BE303F-DE37-D09D-73EE-DE590640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EF376-20C9-1D30-A28F-536E6DE6B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3FDFE-B6D8-C61D-92ED-6854DDD7D4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3B91D-7B7C-422D-BD03-D4B7AF7672BD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DF37D-B7AA-043B-2748-5B5E196F5A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D6688-46A7-3E28-9E44-9B6BAEEF7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E1687B-3BA1-4CDA-9F04-F0F5F6FC0D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4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D72E9-C249-E963-CD78-099CDCC933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攀爬状态切换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2FA58E-C88C-036E-1E02-6F0E5A7278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9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FE8C9-517D-1067-A0B9-DEF6A2970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📌 问题背景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1973E-527C-BE9A-5574-9533CD0BA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我们已经实现了敌人的</a:t>
            </a:r>
            <a:r>
              <a:rPr lang="en-US" altLang="zh-CN" dirty="0"/>
              <a:t>AI</a:t>
            </a:r>
            <a:r>
              <a:rPr lang="zh-CN" altLang="en-US" dirty="0"/>
              <a:t>系统，游戏的动态挑战性大大提升。但玩家的移动方式还比较单一，只能在水平平台上跳跃。真正立体的平台游戏需要垂直移动机制</a:t>
            </a:r>
            <a:r>
              <a:rPr lang="en-US" altLang="zh-CN" dirty="0"/>
              <a:t>——</a:t>
            </a:r>
            <a:r>
              <a:rPr lang="zh-CN" altLang="en-US" dirty="0"/>
              <a:t>攀爬系统。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409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E950E-A1F6-3C45-96BF-07FA64836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118C19D-ECB5-35AE-27C3-1BE9281D9D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4783658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01801881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1874000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3815676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问题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影响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806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无攀爬机制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玩家无法使用梯子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无法实现立体关卡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0632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状态缺失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缺少攀爬状态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状态机不完整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9309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边缘情况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梯子顶部处理困难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玩家会从顶部掉落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5196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控制复杂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需要无缝状态切换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实现难度高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3104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3539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F7BCB-DC2A-F0E0-B23F-C4156242B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💡 解决方案：攀爬状态系统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0117B-21DC-42BB-192E-2348D5BEB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核心思想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扩展瓦片系统支持梯子类型</a:t>
            </a:r>
          </a:p>
          <a:p>
            <a:r>
              <a:rPr lang="zh-CN" altLang="en-US" dirty="0"/>
              <a:t>物理引擎检测梯子碰撞</a:t>
            </a:r>
          </a:p>
          <a:p>
            <a:r>
              <a:rPr lang="zh-CN" altLang="en-US" dirty="0"/>
              <a:t>新增 </a:t>
            </a:r>
            <a:r>
              <a:rPr lang="en-US" altLang="zh-CN" dirty="0" err="1"/>
              <a:t>ClimbState</a:t>
            </a:r>
            <a:r>
              <a:rPr lang="en-US" altLang="zh-CN" dirty="0"/>
              <a:t> </a:t>
            </a:r>
            <a:r>
              <a:rPr lang="zh-CN" altLang="en-US" dirty="0"/>
              <a:t>攀爬状态</a:t>
            </a:r>
          </a:p>
          <a:p>
            <a:r>
              <a:rPr lang="zh-CN" altLang="en-US" dirty="0"/>
              <a:t>实现无缝的状态切换</a:t>
            </a:r>
          </a:p>
          <a:p>
            <a:r>
              <a:rPr lang="zh-CN" altLang="en-US" dirty="0"/>
              <a:t>处理梯子顶部的边缘情况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508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B6C2B-5D30-9165-4AAF-3B84BB70C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CCDDE5-C973-9B49-7CDA-0B6DE6F9DC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4"/>
            <a:ext cx="3552092" cy="534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489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721DA-10DC-10F2-DBC6-B5A068D66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🎯 </a:t>
            </a:r>
            <a:r>
              <a:rPr lang="zh-CN" altLang="en-US" b="1" dirty="0"/>
              <a:t>本课目标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28D971-21D2-07CF-92FC-E125EE30C5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5273026"/>
              </p:ext>
            </p:extLst>
          </p:nvPr>
        </p:nvGraphicFramePr>
        <p:xfrm>
          <a:off x="838200" y="1808040"/>
          <a:ext cx="1024010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054">
                  <a:extLst>
                    <a:ext uri="{9D8B030D-6E8A-4147-A177-3AD203B41FA5}">
                      <a16:colId xmlns:a16="http://schemas.microsoft.com/office/drawing/2014/main" val="895964543"/>
                    </a:ext>
                  </a:extLst>
                </a:gridCol>
                <a:gridCol w="5120054">
                  <a:extLst>
                    <a:ext uri="{9D8B030D-6E8A-4147-A177-3AD203B41FA5}">
                      <a16:colId xmlns:a16="http://schemas.microsoft.com/office/drawing/2014/main" val="5112254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目标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9104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引擎扩展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为瓦片系统和物理系统添加梯子支持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0423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实现</a:t>
                      </a:r>
                      <a:r>
                        <a:rPr lang="en-US" b="1">
                          <a:effectLst/>
                        </a:rPr>
                        <a:t>ClimbState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添加攀爬状态并实现独特的控制逻辑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279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无缝状态切换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实现从各状态进入和退出攀爬状态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749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解决边缘情况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处理梯子顶部的站立和向下爬逻辑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8734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542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BE736-A5D5-02A5-36EE-FD9EF5D42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第一部分：基础攀爬逻辑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2CA8F-17B5-B030-9B39-5FCCB265B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首先，我们要让引擎能</a:t>
            </a:r>
            <a:r>
              <a:rPr lang="en-US" altLang="zh-CN" sz="2400" dirty="0"/>
              <a:t>"</a:t>
            </a:r>
            <a:r>
              <a:rPr lang="zh-CN" altLang="en-US" sz="2400" dirty="0"/>
              <a:t>认识</a:t>
            </a:r>
            <a:r>
              <a:rPr lang="en-US" altLang="zh-CN" sz="2400" dirty="0"/>
              <a:t>"</a:t>
            </a:r>
            <a:r>
              <a:rPr lang="zh-CN" altLang="en-US" sz="2400" dirty="0"/>
              <a:t>梯子，并让玩家在接触梯子时能够通过按键进入一个新的攀爬状态。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871A4A-68DA-F060-F455-47C256421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975" y="2737017"/>
            <a:ext cx="5740695" cy="297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663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0F8EB-2DED-B7BB-E6F5-1C289A484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在</a:t>
            </a:r>
            <a:r>
              <a:rPr lang="en-US" altLang="zh-CN" b="1" dirty="0"/>
              <a:t>Tiled</a:t>
            </a:r>
            <a:r>
              <a:rPr lang="zh-CN" altLang="en-US" b="1" dirty="0"/>
              <a:t>中定义梯子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1276F-AD8D-A347-F8CA-FB1FB72F60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与之前的危险瓦片一样，我们通过 </a:t>
            </a:r>
            <a:r>
              <a:rPr lang="en-US" altLang="zh-CN" dirty="0"/>
              <a:t>Tiled </a:t>
            </a:r>
            <a:r>
              <a:rPr lang="zh-CN" altLang="en-US" dirty="0"/>
              <a:t>中自定义属性来定义梯子。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F53115-A9A1-9ACD-3D3C-D9A87E91F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847" y="3079199"/>
            <a:ext cx="2781443" cy="238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649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A83AB-728C-9645-0192-00916F1DD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引擎升级：识别与检测梯子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38C0C-BD27-1AE5-851D-700AC3F9B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接下来，我们需要让引擎能够理解这个新属性。这需要三个步骤的升级。</a:t>
            </a:r>
          </a:p>
          <a:p>
            <a:r>
              <a:rPr lang="zh-CN" altLang="en-US" b="1" dirty="0"/>
              <a:t>第一步：添加 </a:t>
            </a:r>
            <a:r>
              <a:rPr lang="en-US" b="1" dirty="0"/>
              <a:t>LADDER </a:t>
            </a:r>
            <a:r>
              <a:rPr lang="zh-CN" altLang="en-US" b="1" dirty="0"/>
              <a:t>瓦片类型</a:t>
            </a:r>
          </a:p>
          <a:p>
            <a:pPr marL="0" indent="0">
              <a:buNone/>
            </a:pPr>
            <a:r>
              <a:rPr lang="en-US" b="1" dirty="0" err="1"/>
              <a:t>src</a:t>
            </a:r>
            <a:r>
              <a:rPr lang="en-US" b="1" dirty="0"/>
              <a:t>/engine/component/</a:t>
            </a:r>
            <a:r>
              <a:rPr lang="en-US" b="1" dirty="0" err="1"/>
              <a:t>tilelayer_component.h</a:t>
            </a:r>
            <a:r>
              <a:rPr lang="en-US" b="1" dirty="0"/>
              <a:t>（</a:t>
            </a:r>
            <a:r>
              <a:rPr lang="zh-CN" altLang="en-US" b="1" dirty="0"/>
              <a:t>更新）</a:t>
            </a:r>
            <a:endParaRPr lang="en-US" altLang="zh-CN" b="1" dirty="0"/>
          </a:p>
          <a:p>
            <a:r>
              <a:rPr lang="zh-CN" altLang="en-US" b="1" dirty="0"/>
              <a:t>第二步：让 </a:t>
            </a:r>
            <a:r>
              <a:rPr lang="en-US" b="1" dirty="0" err="1"/>
              <a:t>LevelLoader</a:t>
            </a:r>
            <a:r>
              <a:rPr lang="en-US" b="1" dirty="0"/>
              <a:t> </a:t>
            </a:r>
            <a:r>
              <a:rPr lang="zh-CN" altLang="en-US" b="1" dirty="0"/>
              <a:t>识别梯子</a:t>
            </a:r>
          </a:p>
          <a:p>
            <a:pPr marL="0" indent="0">
              <a:buNone/>
            </a:pPr>
            <a:r>
              <a:rPr lang="en-US" b="1" dirty="0" err="1"/>
              <a:t>src</a:t>
            </a:r>
            <a:r>
              <a:rPr lang="en-US" b="1" dirty="0"/>
              <a:t>/engine/scene/level_loader.cpp（</a:t>
            </a:r>
            <a:r>
              <a:rPr lang="zh-CN" altLang="en-US" b="1" dirty="0"/>
              <a:t>更新）</a:t>
            </a:r>
          </a:p>
          <a:p>
            <a:pPr marL="0" indent="0">
              <a:buNone/>
            </a:pPr>
            <a:endParaRPr lang="zh-CN" altLang="en-US" b="1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83AD4-440F-F86E-3167-70D4379E7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7572" y="2273129"/>
            <a:ext cx="1862558" cy="2311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41E0DB-5BA6-FC3A-5D48-7B7E5EDE6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430" y="4339102"/>
            <a:ext cx="1568019" cy="215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818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533C0-5CFA-5F73-9D44-9FB2852ED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A2B26-D481-EA79-80BC-503190BA6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第三步：让物理引擎检测梯子</a:t>
            </a:r>
          </a:p>
          <a:p>
            <a:pPr marL="0" indent="0">
              <a:buNone/>
            </a:pPr>
            <a:r>
              <a:rPr lang="zh-CN" altLang="en-US" dirty="0"/>
              <a:t>梯子不同于危险瓦片，它不是一个触发一次性事件的物品，而是一个能 </a:t>
            </a:r>
            <a:r>
              <a:rPr lang="zh-CN" altLang="en-US" b="1" dirty="0"/>
              <a:t>持续影响</a:t>
            </a:r>
            <a:r>
              <a:rPr lang="zh-CN" altLang="en-US" dirty="0"/>
              <a:t> 玩家状态的区域。因此，我们不把它当作</a:t>
            </a:r>
            <a:r>
              <a:rPr lang="en-US" altLang="zh-CN" dirty="0"/>
              <a:t>"</a:t>
            </a:r>
            <a:r>
              <a:rPr lang="zh-CN" altLang="en-US" dirty="0"/>
              <a:t>触发器事件</a:t>
            </a:r>
            <a:r>
              <a:rPr lang="en-US" altLang="zh-CN" dirty="0"/>
              <a:t>"</a:t>
            </a:r>
            <a:r>
              <a:rPr lang="zh-CN" altLang="en-US" dirty="0"/>
              <a:t>，而是直接在物理引擎中检测，并设置一个状态标志。</a:t>
            </a:r>
          </a:p>
          <a:p>
            <a:pPr marL="0" indent="0">
              <a:buNone/>
            </a:pPr>
            <a:r>
              <a:rPr lang="en-US" altLang="zh-CN" b="1" dirty="0" err="1"/>
              <a:t>src</a:t>
            </a:r>
            <a:r>
              <a:rPr lang="en-US" altLang="zh-CN" b="1" dirty="0"/>
              <a:t>/engine/component/</a:t>
            </a:r>
            <a:r>
              <a:rPr lang="en-US" altLang="zh-CN" b="1" dirty="0" err="1"/>
              <a:t>physics_component.h</a:t>
            </a:r>
            <a:r>
              <a:rPr lang="zh-CN" altLang="en-US" b="1" dirty="0"/>
              <a:t>（更新）</a:t>
            </a:r>
            <a:endParaRPr lang="en-US" altLang="zh-CN" b="1" dirty="0"/>
          </a:p>
          <a:p>
            <a:pPr marL="0" indent="0">
              <a:buNone/>
            </a:pPr>
            <a:r>
              <a:rPr lang="en-US" b="1" dirty="0" err="1"/>
              <a:t>src</a:t>
            </a:r>
            <a:r>
              <a:rPr lang="en-US" b="1" dirty="0"/>
              <a:t>/engine/physics/physics_engine.cpp（</a:t>
            </a:r>
            <a:r>
              <a:rPr lang="zh-CN" altLang="en-US" b="1" dirty="0"/>
              <a:t>更新）</a:t>
            </a:r>
          </a:p>
          <a:p>
            <a:pPr marL="0" indent="0">
              <a:buNone/>
            </a:pPr>
            <a:endParaRPr lang="zh-CN" alt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405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1B2FB-8B6D-AF4F-FF66-6E2C872DB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0ED2BAC-D9C4-77E0-7DE8-0C3D15A50C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6225564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98142333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5473944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690811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检测方式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HAZARD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LADDER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705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存储位置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tile_trigger_events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_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collided_ladder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_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1500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存储类型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事件列表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布尔标志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7897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处理时机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单次触发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持续检测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2676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处理者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GameScene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effectLst/>
                        </a:rPr>
                        <a:t>PlayerState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7074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3823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29A81-B1AD-0BA3-C8CA-61773D76B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进入攀爬：修改现有状态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568F8-112D-733F-1DD1-71265ED97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我们希望玩家在任何时候（站立、行走、空中）只要接触到梯子并按下</a:t>
            </a:r>
            <a:r>
              <a:rPr lang="en-US" altLang="zh-CN" dirty="0"/>
              <a:t>"</a:t>
            </a:r>
            <a:r>
              <a:rPr lang="zh-CN" altLang="en-US" dirty="0"/>
              <a:t>上</a:t>
            </a:r>
            <a:r>
              <a:rPr lang="en-US" altLang="zh-CN" dirty="0"/>
              <a:t>"</a:t>
            </a:r>
            <a:r>
              <a:rPr lang="zh-CN" altLang="en-US" dirty="0"/>
              <a:t>或</a:t>
            </a:r>
            <a:r>
              <a:rPr lang="en-US" altLang="zh-CN" dirty="0"/>
              <a:t>"</a:t>
            </a:r>
            <a:r>
              <a:rPr lang="zh-CN" altLang="en-US" dirty="0"/>
              <a:t>下</a:t>
            </a:r>
            <a:r>
              <a:rPr lang="en-US" altLang="zh-CN" dirty="0"/>
              <a:t>"</a:t>
            </a:r>
            <a:r>
              <a:rPr lang="zh-CN" altLang="en-US" dirty="0"/>
              <a:t>键，就能立刻进入攀爬状态。因此，我们需要修改所有相关的状态。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/game/component/state/idle_state.cpp（</a:t>
            </a:r>
            <a:r>
              <a:rPr lang="zh-CN" altLang="en-US" b="1" dirty="0"/>
              <a:t>更新）</a:t>
            </a:r>
          </a:p>
          <a:p>
            <a:r>
              <a:rPr lang="zh-CN" altLang="en-US" dirty="0"/>
              <a:t>以及 </a:t>
            </a:r>
            <a:r>
              <a:rPr lang="en-US" b="1" dirty="0"/>
              <a:t>walk_state.cpp, jump_state.cpp, fall_state.cpp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777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70E0-4698-A674-DDF6-8AEC6928B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F5CF3B-832A-30E5-B462-2BDEE8DDA3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0615" y="284039"/>
            <a:ext cx="3663462" cy="570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4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D68A9-FE88-B25D-0CBA-7C0A2E9D1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5CE4C3-943E-E6C4-EAD3-7A43E15D88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4898805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55210737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08675559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834263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状态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切换条件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代码位置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9205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IdleState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接触梯子 </a:t>
                      </a:r>
                      <a:r>
                        <a:rPr lang="en-US" altLang="zh-CN">
                          <a:effectLst/>
                        </a:rPr>
                        <a:t>+ </a:t>
                      </a:r>
                      <a:r>
                        <a:rPr lang="zh-CN" altLang="en-US">
                          <a:effectLst/>
                        </a:rPr>
                        <a:t>按上键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idle_state.cpp::handleInput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6523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WalkState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接触梯子 </a:t>
                      </a:r>
                      <a:r>
                        <a:rPr lang="en-US" altLang="zh-CN">
                          <a:effectLst/>
                        </a:rPr>
                        <a:t>+ </a:t>
                      </a:r>
                      <a:r>
                        <a:rPr lang="zh-CN" altLang="en-US">
                          <a:effectLst/>
                        </a:rPr>
                        <a:t>按上键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walk_state.cpp::handleInput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3737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JumpState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接触梯子 </a:t>
                      </a:r>
                      <a:r>
                        <a:rPr lang="en-US" altLang="zh-CN">
                          <a:effectLst/>
                        </a:rPr>
                        <a:t>+ </a:t>
                      </a:r>
                      <a:r>
                        <a:rPr lang="zh-CN" altLang="en-US">
                          <a:effectLst/>
                        </a:rPr>
                        <a:t>按上键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jump_state.cpp::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handleInput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2089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FallState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接触梯子 </a:t>
                      </a:r>
                      <a:r>
                        <a:rPr lang="en-US" altLang="zh-CN">
                          <a:effectLst/>
                        </a:rPr>
                        <a:t>+ </a:t>
                      </a:r>
                      <a:r>
                        <a:rPr lang="zh-CN" altLang="en-US">
                          <a:effectLst/>
                        </a:rPr>
                        <a:t>按上键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fall_state.cpp::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handleInput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4583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6601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3DEB3-749A-86BF-C1CA-40C4540B1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4. </a:t>
            </a:r>
            <a:r>
              <a:rPr lang="zh-CN" altLang="en-US" b="1" dirty="0"/>
              <a:t>核心实现：</a:t>
            </a:r>
            <a:r>
              <a:rPr lang="en-US" b="1" dirty="0" err="1"/>
              <a:t>ClimbState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FECCC-2520-8ABC-2ED2-0AB6B0DA9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这是本课的核心，一个新的玩家状态，拥有完全不同的物理和控制逻辑。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/game/component/state/</a:t>
            </a:r>
            <a:r>
              <a:rPr lang="en-US" b="1" dirty="0" err="1"/>
              <a:t>climb_state.h</a:t>
            </a:r>
            <a:r>
              <a:rPr lang="en-US" b="1" dirty="0"/>
              <a:t>（</a:t>
            </a:r>
            <a:r>
              <a:rPr lang="zh-CN" altLang="en-US" b="1" dirty="0"/>
              <a:t>新建文件）</a:t>
            </a:r>
            <a:endParaRPr lang="en-US" altLang="zh-CN" b="1" dirty="0"/>
          </a:p>
          <a:p>
            <a:r>
              <a:rPr lang="en-US" b="1" dirty="0" err="1"/>
              <a:t>src</a:t>
            </a:r>
            <a:r>
              <a:rPr lang="en-US" b="1" dirty="0"/>
              <a:t>/game/component/state/climb_state.cpp（</a:t>
            </a:r>
            <a:r>
              <a:rPr lang="zh-CN" altLang="en-US" b="1" dirty="0"/>
              <a:t>新建文件）</a:t>
            </a:r>
          </a:p>
          <a:p>
            <a:endParaRPr lang="zh-CN" altLang="en-US" b="1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4C3686-7326-4951-A8E1-E8814FF3D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444" y="3669323"/>
            <a:ext cx="2722933" cy="314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340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FE622-B1A4-5C36-BE31-6EC35F8B3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CAAC5A-7B79-F55B-B1BD-F8F6D285C7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3283119" cy="365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39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DAAB1-74FD-FE8D-3D0D-715FF39FA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第二部分：边缘情况 </a:t>
            </a:r>
            <a:r>
              <a:rPr lang="en-US" altLang="zh-CN" b="1" dirty="0"/>
              <a:t>- </a:t>
            </a:r>
            <a:r>
              <a:rPr lang="zh-CN" altLang="en-US" b="1" dirty="0"/>
              <a:t>梯子顶部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231BF-A4C0-C89E-CFFF-4819E94D4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现在，玩家已经可以愉快地爬梯子了，但还有一个关键问题：当玩家从平台上走到梯子顶部时，会直接掉下去。我们希望梯子的最顶端能像一个普通的平台一样可以站立。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293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5F332-5715-69B5-2ED8-FBBAEA8CD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 </a:t>
            </a:r>
            <a:r>
              <a:rPr lang="zh-CN" altLang="en-US" b="1" dirty="0"/>
              <a:t>物理引擎再升级：识别梯子顶部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C53165-8C83-6B73-3380-3261E08A05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4901" y="1586023"/>
            <a:ext cx="4509084" cy="344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821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BB604-4C45-2451-ABD5-1A5B45F0C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654EF-8FAC-47B0-6A3B-4AFDD4A5C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我们需要物理引擎提供更多的信息：玩家当前是否正处在梯子的最顶端？</a:t>
            </a:r>
          </a:p>
          <a:p>
            <a:r>
              <a:rPr lang="en-US" b="1" dirty="0" err="1"/>
              <a:t>src</a:t>
            </a:r>
            <a:r>
              <a:rPr lang="en-US" b="1" dirty="0"/>
              <a:t>/engine/component/</a:t>
            </a:r>
            <a:r>
              <a:rPr lang="en-US" b="1" dirty="0" err="1"/>
              <a:t>physics_component.h</a:t>
            </a:r>
            <a:r>
              <a:rPr lang="en-US" b="1" dirty="0"/>
              <a:t>（</a:t>
            </a:r>
            <a:r>
              <a:rPr lang="zh-CN" altLang="en-US" b="1" dirty="0"/>
              <a:t>更新）</a:t>
            </a:r>
          </a:p>
          <a:p>
            <a:pPr marL="0" indent="0">
              <a:buNone/>
            </a:pPr>
            <a:r>
              <a:rPr lang="zh-CN" altLang="en-US" b="1" dirty="0"/>
              <a:t>标志位对比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5B5872-BD48-4CE7-26B5-B827D2E46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214378"/>
              </p:ext>
            </p:extLst>
          </p:nvPr>
        </p:nvGraphicFramePr>
        <p:xfrm>
          <a:off x="1041400" y="3814558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13839444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324555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37629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标志位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含义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用途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789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collided_ladder_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正在接触梯子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判断是否可以攀爬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8678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is_on_top_ladder_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在梯子顶部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判断是否可以站立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1326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10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40AC6-A5F2-517D-DE4A-36E2FD2B8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CCFD5-A472-B486-1D5A-8F7DBE39B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src</a:t>
            </a:r>
            <a:r>
              <a:rPr lang="en-US" b="1" dirty="0"/>
              <a:t>/engine/physics/physics_engine.cpp（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2C4497-1F81-CF20-3D3B-89293D031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661" y="2428585"/>
            <a:ext cx="2215255" cy="3883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729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39F82-FA8D-5C1A-D108-5787A79C3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💡 巧妙的设计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1041F-FAA8-5E38-C9B1-BA621CD32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这段代码非常巧妙：</a:t>
            </a:r>
          </a:p>
          <a:p>
            <a:r>
              <a:rPr lang="zh-CN" altLang="en-US" b="1" dirty="0"/>
              <a:t>双角点检测</a:t>
            </a:r>
            <a:r>
              <a:rPr lang="zh-CN" altLang="en-US" dirty="0"/>
              <a:t>：只在玩家的两个脚底都踩着梯子时触发</a:t>
            </a:r>
          </a:p>
          <a:p>
            <a:r>
              <a:rPr lang="zh-CN" altLang="en-US" b="1" dirty="0"/>
              <a:t>向上检查</a:t>
            </a:r>
            <a:r>
              <a:rPr lang="zh-CN" altLang="en-US" dirty="0"/>
              <a:t>：检查玩家脚底上方一格的瓦片类型</a:t>
            </a:r>
          </a:p>
          <a:p>
            <a:r>
              <a:rPr lang="zh-CN" altLang="en-US" b="1" dirty="0"/>
              <a:t>判断顶部</a:t>
            </a:r>
            <a:r>
              <a:rPr lang="zh-CN" altLang="en-US" dirty="0"/>
              <a:t>：上方不是梯子，就意味着正站在梯子的最顶端</a:t>
            </a:r>
          </a:p>
          <a:p>
            <a:r>
              <a:rPr lang="zh-CN" altLang="en-US" b="1" dirty="0"/>
              <a:t>状态判断</a:t>
            </a:r>
            <a:r>
              <a:rPr lang="zh-CN" altLang="en-US" dirty="0"/>
              <a:t>：通过 </a:t>
            </a:r>
            <a:r>
              <a:rPr lang="en-US" altLang="zh-CN" dirty="0" err="1"/>
              <a:t>isUseGravity</a:t>
            </a:r>
            <a:r>
              <a:rPr lang="en-US" altLang="zh-CN" dirty="0"/>
              <a:t>()</a:t>
            </a:r>
            <a:r>
              <a:rPr lang="zh-CN" altLang="en-US" dirty="0"/>
              <a:t> 判断玩家是否处于攀爬状态</a:t>
            </a:r>
          </a:p>
          <a:p>
            <a:r>
              <a:rPr lang="zh-CN" altLang="en-US" b="1" dirty="0"/>
              <a:t>伪造碰撞</a:t>
            </a:r>
            <a:r>
              <a:rPr lang="zh-CN" altLang="en-US" dirty="0"/>
              <a:t>：设置 </a:t>
            </a:r>
            <a:r>
              <a:rPr lang="en-US" altLang="zh-CN" dirty="0" err="1"/>
              <a:t>setCollidedBelow</a:t>
            </a:r>
            <a:r>
              <a:rPr lang="en-US" altLang="zh-CN" dirty="0"/>
              <a:t>(true)</a:t>
            </a:r>
            <a:r>
              <a:rPr lang="zh-CN" altLang="en-US" dirty="0"/>
              <a:t>，让梯子顶部表现得像实体平台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190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4EBC2-A229-F337-248F-19A2C413D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 </a:t>
            </a:r>
            <a:r>
              <a:rPr lang="zh-CN" altLang="en-US" b="1" dirty="0"/>
              <a:t>从顶部向下爬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EAC5F-24A0-2338-BDEC-DEAC9CA5E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现在玩家可以站在梯子顶上了，我们还需要提供一个方法让他能从这里开始向下爬。</a:t>
            </a:r>
          </a:p>
          <a:p>
            <a:r>
              <a:rPr lang="en-US" b="1" dirty="0" err="1"/>
              <a:t>src</a:t>
            </a:r>
            <a:r>
              <a:rPr lang="en-US" b="1" dirty="0"/>
              <a:t>/game/component/state/idle_state.cpp（</a:t>
            </a:r>
            <a:r>
              <a:rPr lang="zh-CN" altLang="en-US" b="1" dirty="0"/>
              <a:t>更新）</a:t>
            </a:r>
          </a:p>
          <a:p>
            <a:r>
              <a:rPr lang="zh-CN" altLang="en-US" dirty="0"/>
              <a:t>以及 </a:t>
            </a:r>
            <a:r>
              <a:rPr lang="en-US" b="1" dirty="0"/>
              <a:t>walk_state.cpp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6019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98A46-23DE-F3D6-0181-69F3BA9EF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7FBE63-6AE9-6A41-76E0-CE7F1B49EB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3288323" cy="522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953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E2887-F582-9ACB-0BCB-908E2BC09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💡 2</a:t>
            </a:r>
            <a:r>
              <a:rPr lang="zh-CN" altLang="en-US" b="1" dirty="0"/>
              <a:t>像素的秘密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AC83B0-768B-2495-24E2-46ABDE8A8F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0323"/>
            <a:ext cx="3035456" cy="29973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079EA3-DC64-E056-165D-7FD2D326A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861" y="1913349"/>
            <a:ext cx="2794069" cy="303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8180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F22CE-078D-F533-C8F8-76AE1E43F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边缘情况处理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5A970B-9819-D608-A4C9-7F9061F68A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9495091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13764261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7264984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2186733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情况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问题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解决方案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4637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从顶部向下爬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切换后立刻掉落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先向下移动</a:t>
                      </a:r>
                      <a:r>
                        <a:rPr lang="en-US" altLang="zh-CN">
                          <a:effectLst/>
                        </a:rPr>
                        <a:t>2</a:t>
                      </a:r>
                      <a:r>
                        <a:rPr lang="zh-CN" altLang="en-US">
                          <a:effectLst/>
                        </a:rPr>
                        <a:t>像素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395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在顶部站立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会穿过梯子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  <a:effectLst/>
                        </a:rPr>
                        <a:t>伪造 </a:t>
                      </a: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collidedBelow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4720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从侧面爬出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卡在空中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  <a:effectLst/>
                        </a:rPr>
                        <a:t>检测 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!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hasCollidedLadder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7867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跳跃离开梯子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无法主动离开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跳跃键切换到 </a:t>
                      </a:r>
                      <a:r>
                        <a:rPr lang="en-US" dirty="0" err="1">
                          <a:effectLst/>
                        </a:rPr>
                        <a:t>JumpState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0618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0465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DCDC6-E70D-B631-4353-8A3CCC138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系统架构总结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F20F6-3DC4-B290-AA7A-88A3AA9C6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我们成功地：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扩展了瓦片系统</a:t>
            </a:r>
            <a:r>
              <a:rPr lang="zh-CN" altLang="en-US" dirty="0"/>
              <a:t>：新增 </a:t>
            </a:r>
            <a:r>
              <a:rPr lang="en-US" altLang="zh-CN" dirty="0"/>
              <a:t>LADDER </a:t>
            </a:r>
            <a:r>
              <a:rPr lang="zh-CN" altLang="en-US" dirty="0"/>
              <a:t>类型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升级了物理引擎</a:t>
            </a:r>
            <a:r>
              <a:rPr lang="zh-CN" altLang="en-US" dirty="0"/>
              <a:t>：检测梯子和梯子顶部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实现了 </a:t>
            </a:r>
            <a:r>
              <a:rPr lang="en-US" altLang="zh-CN" b="1" dirty="0" err="1"/>
              <a:t>ClimbState</a:t>
            </a:r>
            <a:r>
              <a:rPr lang="zh-CN" altLang="en-US" dirty="0"/>
              <a:t>：独特的控制逻辑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实现了无缝切换</a:t>
            </a:r>
            <a:r>
              <a:rPr lang="zh-CN" altLang="en-US" dirty="0"/>
              <a:t>：从任何状态进入攀爬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解决了边缘情况</a:t>
            </a:r>
            <a:r>
              <a:rPr lang="zh-CN" altLang="en-US" dirty="0"/>
              <a:t>：梯子顶部的站立和向下爬</a:t>
            </a:r>
          </a:p>
          <a:p>
            <a:pPr marL="0" indent="0">
              <a:buNone/>
            </a:pPr>
            <a:r>
              <a:rPr lang="zh-CN" altLang="en-US" dirty="0"/>
              <a:t>✅ </a:t>
            </a:r>
            <a:r>
              <a:rPr lang="zh-CN" altLang="en-US" b="1" dirty="0"/>
              <a:t>优化了游戏手感</a:t>
            </a:r>
            <a:r>
              <a:rPr lang="zh-CN" altLang="en-US" dirty="0"/>
              <a:t>：动画跟随输入，精确控制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727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66B69-B8B7-055B-B116-8EDE46FE0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📚 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4DAD2-FE56-665B-242B-EE550D401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938"/>
            <a:ext cx="10515600" cy="51933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恭喜！我们成功地为游戏添加了一个复杂且交互性极强的移动机制。通过本课的学习，我们再次体验了分层架构和状态模式的强大威力。</a:t>
            </a:r>
          </a:p>
          <a:p>
            <a:pPr marL="0" indent="0">
              <a:buNone/>
            </a:pPr>
            <a:r>
              <a:rPr lang="zh-CN" altLang="en-US" b="1" dirty="0"/>
              <a:t>关键要点：</a:t>
            </a:r>
            <a:endParaRPr lang="zh-CN" altLang="en-US" dirty="0"/>
          </a:p>
          <a:p>
            <a:r>
              <a:rPr lang="zh-CN" altLang="en-US" dirty="0"/>
              <a:t>🪜 瓦片扩展：新增 </a:t>
            </a:r>
            <a:r>
              <a:rPr lang="en-US" altLang="zh-CN" dirty="0"/>
              <a:t>LADDER </a:t>
            </a:r>
            <a:r>
              <a:rPr lang="zh-CN" altLang="en-US" dirty="0"/>
              <a:t>类型</a:t>
            </a:r>
          </a:p>
          <a:p>
            <a:r>
              <a:rPr lang="zh-CN" altLang="en-US" dirty="0"/>
              <a:t>🔍 碰撞检测：</a:t>
            </a:r>
            <a:r>
              <a:rPr lang="en-US" altLang="zh-CN" dirty="0" err="1"/>
              <a:t>collided_ladder</a:t>
            </a:r>
            <a:r>
              <a:rPr lang="en-US" altLang="zh-CN" dirty="0"/>
              <a:t>_ </a:t>
            </a:r>
            <a:r>
              <a:rPr lang="zh-CN" altLang="en-US" dirty="0"/>
              <a:t>和 </a:t>
            </a:r>
            <a:r>
              <a:rPr lang="en-US" altLang="zh-CN" dirty="0" err="1"/>
              <a:t>is_on_top_ladder</a:t>
            </a:r>
            <a:r>
              <a:rPr lang="en-US" altLang="zh-CN" dirty="0"/>
              <a:t>_</a:t>
            </a:r>
          </a:p>
          <a:p>
            <a:r>
              <a:rPr lang="zh-CN" altLang="en-US" dirty="0"/>
              <a:t>🧗 </a:t>
            </a:r>
            <a:r>
              <a:rPr lang="en-US" altLang="zh-CN" dirty="0" err="1"/>
              <a:t>ClimbState</a:t>
            </a:r>
            <a:r>
              <a:rPr lang="zh-CN" altLang="en-US" dirty="0"/>
              <a:t>：关闭重力 </a:t>
            </a:r>
            <a:r>
              <a:rPr lang="en-US" altLang="zh-CN" dirty="0"/>
              <a:t>+ </a:t>
            </a:r>
            <a:r>
              <a:rPr lang="zh-CN" altLang="en-US" dirty="0"/>
              <a:t>直接速度控制</a:t>
            </a:r>
          </a:p>
          <a:p>
            <a:r>
              <a:rPr lang="zh-CN" altLang="en-US" dirty="0"/>
              <a:t>🔄 无缝切换：从任意状态进入攀爬</a:t>
            </a:r>
          </a:p>
          <a:p>
            <a:r>
              <a:rPr lang="zh-CN" altLang="en-US" dirty="0"/>
              <a:t>🎯 边缘处理：梯子顶部的站立和向下爬</a:t>
            </a:r>
          </a:p>
          <a:p>
            <a:r>
              <a:rPr lang="zh-CN" altLang="en-US" dirty="0"/>
              <a:t>🎬 动画控制：跟随输入暂停</a:t>
            </a:r>
            <a:r>
              <a:rPr lang="en-US" altLang="zh-CN" dirty="0"/>
              <a:t>/</a:t>
            </a:r>
            <a:r>
              <a:rPr lang="zh-CN" altLang="en-US" dirty="0"/>
              <a:t>继续</a:t>
            </a:r>
          </a:p>
          <a:p>
            <a:r>
              <a:rPr lang="zh-CN" altLang="en-US" dirty="0"/>
              <a:t>💡 </a:t>
            </a:r>
            <a:r>
              <a:rPr lang="en-US" altLang="zh-CN" dirty="0"/>
              <a:t>2</a:t>
            </a:r>
            <a:r>
              <a:rPr lang="zh-CN" altLang="en-US" dirty="0"/>
              <a:t>像素技巧：避免立刻掉落的小细节</a:t>
            </a:r>
            <a:br>
              <a:rPr lang="zh-CN" alt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3338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DFD1B-EC3F-0CB8-6FDA-186F6D650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226D3-20C9-0091-47D0-6125FD5AF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💡 </a:t>
            </a:r>
            <a:r>
              <a:rPr lang="zh-CN" altLang="en-US" b="1" dirty="0"/>
              <a:t>设计哲学</a:t>
            </a:r>
            <a:r>
              <a:rPr lang="zh-CN" altLang="en-US" dirty="0"/>
              <a:t>：引擎与游戏逻辑分离</a:t>
            </a:r>
            <a:r>
              <a:rPr lang="en-US" altLang="zh-CN" dirty="0"/>
              <a:t>——</a:t>
            </a:r>
            <a:r>
              <a:rPr lang="zh-CN" altLang="en-US" dirty="0"/>
              <a:t>引擎（</a:t>
            </a:r>
            <a:r>
              <a:rPr lang="en-US" altLang="zh-CN" dirty="0" err="1"/>
              <a:t>PhysicsEngine</a:t>
            </a:r>
            <a:r>
              <a:rPr lang="zh-CN" altLang="en-US" dirty="0"/>
              <a:t>）负责提供底层的、通用的信息（</a:t>
            </a:r>
            <a:r>
              <a:rPr lang="en-US" altLang="zh-CN" dirty="0"/>
              <a:t>"</a:t>
            </a:r>
            <a:r>
              <a:rPr lang="zh-CN" altLang="en-US" dirty="0"/>
              <a:t>你在梯子顶部</a:t>
            </a:r>
            <a:r>
              <a:rPr lang="en-US" altLang="zh-CN" dirty="0"/>
              <a:t>"</a:t>
            </a:r>
            <a:r>
              <a:rPr lang="zh-CN" altLang="en-US" dirty="0"/>
              <a:t>），而游戏逻辑层（</a:t>
            </a:r>
            <a:r>
              <a:rPr lang="en-US" altLang="zh-CN" dirty="0" err="1"/>
              <a:t>PlayerState</a:t>
            </a:r>
            <a:r>
              <a:rPr lang="zh-CN" altLang="en-US" dirty="0"/>
              <a:t>）则根据这些信息做出具体的行为决策（</a:t>
            </a:r>
            <a:r>
              <a:rPr lang="en-US" altLang="zh-CN" dirty="0"/>
              <a:t>"</a:t>
            </a:r>
            <a:r>
              <a:rPr lang="zh-CN" altLang="en-US" dirty="0"/>
              <a:t>站立</a:t>
            </a:r>
            <a:r>
              <a:rPr lang="en-US" altLang="zh-CN" dirty="0"/>
              <a:t>"</a:t>
            </a:r>
            <a:r>
              <a:rPr lang="zh-CN" altLang="en-US" dirty="0"/>
              <a:t>或</a:t>
            </a:r>
            <a:r>
              <a:rPr lang="en-US" altLang="zh-CN" dirty="0"/>
              <a:t>"</a:t>
            </a:r>
            <a:r>
              <a:rPr lang="zh-CN" altLang="en-US" dirty="0"/>
              <a:t>开始向下爬</a:t>
            </a:r>
            <a:r>
              <a:rPr lang="en-US" altLang="zh-CN" dirty="0"/>
              <a:t>"</a:t>
            </a:r>
            <a:r>
              <a:rPr lang="zh-CN" altLang="en-US" dirty="0"/>
              <a:t>）。状态的独立性</a:t>
            </a:r>
            <a:r>
              <a:rPr lang="en-US" altLang="zh-CN" dirty="0"/>
              <a:t>——</a:t>
            </a:r>
            <a:r>
              <a:rPr lang="en-US" altLang="zh-CN" dirty="0" err="1"/>
              <a:t>ClimbState</a:t>
            </a:r>
            <a:r>
              <a:rPr lang="en-US" altLang="zh-CN" dirty="0"/>
              <a:t> </a:t>
            </a:r>
            <a:r>
              <a:rPr lang="zh-CN" altLang="en-US" dirty="0"/>
              <a:t>封装了所有与攀爬相关的独特逻辑（无重力、直接速度控制），与行走、跳跃等状态完全解耦，使得整个系统清晰且易于维护。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8401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7F0CA-7D7E-7FA4-6A9B-1FDAF3B8B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4DF0D-AF46-A103-1127-A149FE0EF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现在将</a:t>
            </a:r>
            <a:r>
              <a:rPr lang="zh-CN" altLang="en-US" dirty="0"/>
              <a:t>引入两个非常重要的平台跳跃游戏概念：</a:t>
            </a:r>
          </a:p>
          <a:p>
            <a:r>
              <a:rPr lang="zh-CN" altLang="en-US" dirty="0"/>
              <a:t>⏱️ </a:t>
            </a:r>
            <a:r>
              <a:rPr lang="zh-CN" altLang="en-US" b="1" dirty="0"/>
              <a:t>土狼时间（</a:t>
            </a:r>
            <a:r>
              <a:rPr lang="en-US" altLang="zh-CN" b="1" dirty="0"/>
              <a:t>Coyote Time</a:t>
            </a:r>
            <a:r>
              <a:rPr lang="zh-CN" altLang="en-US" b="1" dirty="0"/>
              <a:t>）</a:t>
            </a:r>
            <a:r>
              <a:rPr lang="zh-CN" altLang="en-US" dirty="0"/>
              <a:t>：边缘宽恕机制</a:t>
            </a:r>
          </a:p>
          <a:p>
            <a:r>
              <a:rPr lang="zh-CN" altLang="en-US" dirty="0"/>
              <a:t>✨ </a:t>
            </a:r>
            <a:r>
              <a:rPr lang="zh-CN" altLang="en-US" b="1" dirty="0"/>
              <a:t>无敌闪烁</a:t>
            </a:r>
            <a:r>
              <a:rPr lang="zh-CN" altLang="en-US" dirty="0"/>
              <a:t>：受伤后的保护期</a:t>
            </a:r>
          </a:p>
          <a:p>
            <a:r>
              <a:rPr lang="zh-CN" altLang="en-US" dirty="0"/>
              <a:t>🎮 </a:t>
            </a:r>
            <a:r>
              <a:rPr lang="zh-CN" altLang="en-US" b="1" dirty="0"/>
              <a:t>更细腻的操作手感</a:t>
            </a:r>
            <a:r>
              <a:rPr lang="zh-CN" altLang="en-US" dirty="0"/>
              <a:t>：提升玩家体验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371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1310</Words>
  <Application>Microsoft Office PowerPoint</Application>
  <PresentationFormat>Widescreen</PresentationFormat>
  <Paragraphs>155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source-code-pro</vt:lpstr>
      <vt:lpstr>Aptos</vt:lpstr>
      <vt:lpstr>Aptos Display</vt:lpstr>
      <vt:lpstr>Arial</vt:lpstr>
      <vt:lpstr>Office Theme</vt:lpstr>
      <vt:lpstr>攀爬状态切换</vt:lpstr>
      <vt:lpstr>📌 问题背景</vt:lpstr>
      <vt:lpstr>PowerPoint Presentation</vt:lpstr>
      <vt:lpstr>💡 解决方案：攀爬状态系统</vt:lpstr>
      <vt:lpstr>PowerPoint Presentation</vt:lpstr>
      <vt:lpstr>🎯 本课目标</vt:lpstr>
      <vt:lpstr>第一部分：基础攀爬逻辑</vt:lpstr>
      <vt:lpstr>1. 在Tiled中定义梯子</vt:lpstr>
      <vt:lpstr>2. 引擎升级：识别与检测梯子</vt:lpstr>
      <vt:lpstr>PowerPoint Presentation</vt:lpstr>
      <vt:lpstr>PowerPoint Presentation</vt:lpstr>
      <vt:lpstr>3. 进入攀爬：修改现有状态</vt:lpstr>
      <vt:lpstr>PowerPoint Presentation</vt:lpstr>
      <vt:lpstr>PowerPoint Presentation</vt:lpstr>
      <vt:lpstr>4. 核心实现：ClimbState</vt:lpstr>
      <vt:lpstr>PowerPoint Presentation</vt:lpstr>
      <vt:lpstr>第二部分：边缘情况 - 梯子顶部</vt:lpstr>
      <vt:lpstr>5. 物理引擎再升级：识别梯子顶部</vt:lpstr>
      <vt:lpstr>PowerPoint Presentation</vt:lpstr>
      <vt:lpstr>PowerPoint Presentation</vt:lpstr>
      <vt:lpstr>💡 巧妙的设计</vt:lpstr>
      <vt:lpstr>6. 从顶部向下爬</vt:lpstr>
      <vt:lpstr>PowerPoint Presentation</vt:lpstr>
      <vt:lpstr>💡 2像素的秘密</vt:lpstr>
      <vt:lpstr>边缘情况处理</vt:lpstr>
      <vt:lpstr>🎯 系统架构总结</vt:lpstr>
      <vt:lpstr>📚 总结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佳浩 华</dc:creator>
  <cp:lastModifiedBy>佳浩 华</cp:lastModifiedBy>
  <cp:revision>4</cp:revision>
  <dcterms:created xsi:type="dcterms:W3CDTF">2025-11-18T15:37:58Z</dcterms:created>
  <dcterms:modified xsi:type="dcterms:W3CDTF">2025-11-18T15:48:56Z</dcterms:modified>
</cp:coreProperties>
</file>
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54" autoAdjust="0"/>
  </p:normalViewPr>
  <p:slideViewPr>
    <p:cSldViewPr snapToGrid="0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E23B-19FE-C700-E731-DB28B8121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80A26-F3EB-9982-457D-33DFA321A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B084-AB7D-F29B-AE4A-CCF32419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B4F5E-23EE-C9B7-1E0D-28EC1175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F04E-0CAB-7F7C-AF3C-D8A28888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ADE6-5364-4F9A-64B2-5FA77294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B49B-24BD-D1CA-CD6F-0921ACAD5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F26F3-B406-DEA2-6C25-6BC01F5E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F03D-08C4-5822-A324-D23873FD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6FAD6-39C9-C65E-6B02-764601CE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1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C2D9E-6A5F-1311-62DD-1CA8CD05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21EF8-C739-D881-8AFB-EC53B0A16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0301-0FD7-3065-9F71-DAF1DEC9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C3CC6-7986-020E-0D8C-18164761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3F0EC-8417-BB91-0622-6634A4D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F0A6-8489-C41F-8A66-12CB4152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52B8-C3C0-8293-33FB-A7242F94A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75100-E23B-64F2-049A-E86136851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B5AE3-2169-9F9D-6135-CCA39B92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B42C3-BF8F-657E-D6AB-9E1BC3D1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5A8FA-EF56-E1EC-F4DD-EC24BA82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0B8E-2AAC-9A94-1FBF-78BC862D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8B437-9BE9-9C39-B0B9-414DFEE59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6A921-BDA7-CB8B-6097-DEEB5D67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2B766-AFAD-BCF5-8564-BF84914A2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FB835-AC54-1CDD-C303-751601D61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05D2F-2912-1186-76D7-527F7CBF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8328D-C202-4A16-F6AF-A83E757F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9BE3E-B8AC-8797-D462-9B515E94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A69B-E10F-FBDD-AEB9-270F4E18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5EA3E-6EED-568B-0138-B51802E8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9BD4D-D161-9F14-EEE9-BB05A9D8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3376B-566E-5744-50EB-D5BCFD0F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4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8FC52-2D21-00B9-53B1-9BB8972B5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96778-8EE0-3717-E100-3EA1EE0D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B5AD3-8B95-3F66-8A3E-52805E14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3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CC3-8D59-23ED-395F-76014A7E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60DBD-47CF-F26D-4178-9C7793A11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5E5A8-55E4-F80F-6A41-73AA06B2E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A448B-96AA-C7BD-3B21-C2F1C682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C3A8D-38B3-E1CB-1B9A-B2944B03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72F1A-6B02-1BD3-03D3-4BA71D4B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E632-A084-7596-CF52-B8D9F3686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D968B-54BD-EDE1-6383-799BE3DE8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3E1B6-BDF5-405D-FD13-869F1A8F2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A0BF7-9961-1B8F-D797-CB586023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3BA25-B548-1DC1-AF3B-3B701F9E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4F16D-E76F-B543-3E64-98A361F0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D90B-F79A-2BC5-0880-394C54F9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1E88C-6707-2BF1-8F12-49D57A9CF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F5C93-1BA4-08B4-F809-0CE90EB9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9457A-F0B5-D517-9E69-106323AC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83DE2-AEBF-67AA-B6CC-69115C72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2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F2BDE-D3F1-F4E5-E420-FE677D88C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AA37F-9A83-6113-5FBB-285C5658F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E6316-08DF-0CA7-A25C-893A0B37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54D3B-FD7A-72E0-F995-F75DCEE4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8A55C-4298-25E5-13B6-4AC95BB8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7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BC709-ADA1-748D-4607-C7108E3D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8871D-1160-4E4A-47FF-D940C1B4C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830F2-B16C-68A4-19CF-B3D9DB940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C9112-2085-4AFA-A7AB-F55807B1415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FC0EB-FE37-297A-39F6-50C770CFA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8100F-7325-19A3-C614-581A8578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CCD74-B5DC-47E1-9D77-881595B6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7D52-63BC-0B6E-E122-263600E9E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生命组件与死伤状态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A3DEB-993E-2187-17D7-447DD2372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8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573C-6587-1E34-415F-354D81AB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FAB35-3AFA-A1B0-84E4-A0FB4CC1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我们已经实现了完整的动画系统，角色可以流畅地播放各种动画。但目前游戏中的角色都是</a:t>
            </a:r>
            <a:r>
              <a:rPr lang="en-US" altLang="zh-CN" dirty="0"/>
              <a:t>"</a:t>
            </a:r>
            <a:r>
              <a:rPr lang="zh-CN" altLang="en-US" dirty="0"/>
              <a:t>不死之身</a:t>
            </a:r>
            <a:r>
              <a:rPr lang="en-US" altLang="zh-CN" dirty="0"/>
              <a:t>"——</a:t>
            </a:r>
            <a:r>
              <a:rPr lang="zh-CN" altLang="en-US" dirty="0"/>
              <a:t>无论玩家还是敌人，都没有生命值系统，也无法受伤或死亡。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07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F2DA-554B-BF78-BD53-A7A1D56F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4D4CF1-574A-C300-0516-C7881B0BE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761846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296374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0050927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01313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063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无伤害系统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角色无法受伤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没有挑战性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06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无生命值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无法判断存活状态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缺少核心玩法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39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无状态反馈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受伤无反馈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体验不佳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282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数据硬编码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生命值写在代码中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难以调整平衡性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794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30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A697-4F67-20A6-EF67-363912F4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解决方案：通用生命系统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94F4-6B0D-C973-BDB1-1FB80AF8D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核心思想</a:t>
            </a:r>
            <a:r>
              <a:rPr lang="zh-CN" altLang="en-US" dirty="0"/>
              <a:t>：</a:t>
            </a:r>
          </a:p>
          <a:p>
            <a:r>
              <a:rPr lang="zh-CN" altLang="en-US" sz="2400" dirty="0"/>
              <a:t>创建通用的 </a:t>
            </a:r>
            <a:r>
              <a:rPr lang="en-US" altLang="zh-CN" sz="2400" dirty="0" err="1"/>
              <a:t>HealthComponent</a:t>
            </a:r>
            <a:r>
              <a:rPr lang="zh-CN" altLang="en-US" sz="2400" dirty="0"/>
              <a:t> 组件</a:t>
            </a:r>
          </a:p>
          <a:p>
            <a:r>
              <a:rPr lang="zh-CN" altLang="en-US" sz="2400" dirty="0"/>
              <a:t>在 </a:t>
            </a:r>
            <a:r>
              <a:rPr lang="en-US" altLang="zh-CN" sz="2400" dirty="0"/>
              <a:t>Tiled </a:t>
            </a:r>
            <a:r>
              <a:rPr lang="zh-CN" altLang="en-US" sz="2400" dirty="0"/>
              <a:t>中定义初始生命值</a:t>
            </a:r>
          </a:p>
          <a:p>
            <a:r>
              <a:rPr lang="zh-CN" altLang="en-US" sz="2400" dirty="0"/>
              <a:t>添加受伤（</a:t>
            </a:r>
            <a:r>
              <a:rPr lang="en-US" altLang="zh-CN" sz="2400" dirty="0"/>
              <a:t>Hurt</a:t>
            </a:r>
            <a:r>
              <a:rPr lang="zh-CN" altLang="en-US" sz="2400" dirty="0"/>
              <a:t>）和死亡（</a:t>
            </a:r>
            <a:r>
              <a:rPr lang="en-US" altLang="zh-CN" sz="2400" dirty="0"/>
              <a:t>Dead</a:t>
            </a:r>
            <a:r>
              <a:rPr lang="zh-CN" altLang="en-US" sz="2400" dirty="0"/>
              <a:t>）状态</a:t>
            </a:r>
          </a:p>
          <a:p>
            <a:r>
              <a:rPr lang="zh-CN" altLang="en-US" sz="2400" dirty="0"/>
              <a:t>实现无敌帧机制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1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A0EA-1A8C-A0A1-BE06-1CB511AA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21CB25-EC18-E714-E78C-EA16110C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72" y="58615"/>
            <a:ext cx="3820865" cy="543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3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8148-B33B-4187-F1FF-349ABC74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3C01D-EDFD-C899-C811-4D399866C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850337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05800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9420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643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构建通用 </a:t>
                      </a:r>
                      <a:r>
                        <a:rPr lang="en-US" b="1">
                          <a:effectLst/>
                        </a:rPr>
                        <a:t>HealthComponent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可复用的生命组件，管理生命值和无敌帧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009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数据驱动生命值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 </a:t>
                      </a:r>
                      <a:r>
                        <a:rPr lang="en-US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中设置初始生命值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54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实现受伤状态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击退、硬直（</a:t>
                      </a:r>
                      <a:r>
                        <a:rPr lang="en-US" altLang="zh-CN">
                          <a:effectLst/>
                        </a:rPr>
                        <a:t>Stun</a:t>
                      </a:r>
                      <a:r>
                        <a:rPr lang="zh-CN" altLang="en-US">
                          <a:effectLst/>
                        </a:rPr>
                        <a:t>）、受伤动画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705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实现死亡状态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死亡动画、禁用碰撞、掉出屏幕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24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连接伤害与状态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伤害事件触发状态切换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2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8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7340-6131-9850-3283-C93A753D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引擎核心：通用的 </a:t>
            </a:r>
            <a:r>
              <a:rPr lang="en-US" altLang="zh-CN" b="1" dirty="0" err="1"/>
              <a:t>HealthComponent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C28F5-12B5-58ED-0B66-745509A35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生命值是几乎所有游戏中都存在的概念。因此，我们不应该只为玩家单独实现一套生命逻辑，而是应该在 </a:t>
            </a:r>
            <a:r>
              <a:rPr lang="zh-CN" altLang="en-US" sz="2000" b="1" dirty="0"/>
              <a:t>引擎层</a:t>
            </a:r>
            <a:r>
              <a:rPr lang="zh-CN" altLang="en-US" sz="2000" dirty="0"/>
              <a:t> 创建一个通用的 </a:t>
            </a:r>
            <a:r>
              <a:rPr lang="en-US" altLang="zh-CN" sz="2000" dirty="0" err="1"/>
              <a:t>HealthComponent</a:t>
            </a:r>
            <a:r>
              <a:rPr lang="zh-CN" altLang="en-US" sz="2000" dirty="0"/>
              <a:t>，它可以被附加到任何需要生命值的对象上（玩家、敌人、可破坏的箱子等）。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1EFE0-A775-7576-8987-26D4CEE6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4" y="2854138"/>
            <a:ext cx="4305521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9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AB5C-DA84-F12D-3960-30F2B226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核心功能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3DE30C-DA2A-CF62-CD5D-45AAB578E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52608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5649780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41434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1017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391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生命值管理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当前值和最大值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判断存活状态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729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受伤处理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takeDamage()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扣除生命值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48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治疗处理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heal()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恢复生命值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74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无敌帧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受伤后短时间无敌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防止连续受伤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217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94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9A03-48F9-C82F-A988-67AD684F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E315-BDD9-54AD-7CFE-9CF49199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health_component.h（新建文件</a:t>
            </a:r>
            <a:r>
              <a:rPr lang="en-US" b="1" dirty="0"/>
              <a:t>）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health_component.cpp（新建文件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95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7F6F-FB8B-9E3B-6385-047AA180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组件设计详解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8F3E22-1E2C-61C4-AAC4-177F39A2D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116780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341754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337432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94061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成员变量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69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max_health_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最大生命值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16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current_health_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当前生命值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17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is_invincible_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bool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是否处于无敌状态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82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invincibility_duration_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float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无敌总时长（秒）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04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invincibility_timer_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float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无敌剩余时间（秒）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4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71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2F37-6B9C-0F66-E976-6B170942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takeDamage</a:t>
            </a:r>
            <a:r>
              <a:rPr lang="en-US" b="1" dirty="0"/>
              <a:t>() </a:t>
            </a:r>
            <a:r>
              <a:rPr lang="zh-CN" altLang="en-US" b="1" dirty="0"/>
              <a:t>流程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19561-8D8F-6EC5-7EB4-45F46F8E0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092" y="2127708"/>
            <a:ext cx="6439231" cy="352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01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229E-7A07-F6BF-0CC4-EC97F62D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87D3D-057B-2085-C9F3-4754A8FD9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135" y="272317"/>
            <a:ext cx="2939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4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B653-3A4F-F124-5C5E-CF3782B6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7FB668-5B5F-46CB-44F2-1B6A91AF0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567102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575121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743535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46917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136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通用性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不依赖具体对象类型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可用于任何需要生命的对象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90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数据封装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只管理数值和逻辑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不涉及表现（音效、特效）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6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无敌帧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防止连续伤害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平台游戏必备机制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15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安全检查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多重条件判断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防止异常伤害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769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77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F66B-3066-8C08-65AF-517A59B1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数据驱动生命值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B194-ED1E-ECF5-E343-94406DA6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和动画一样，我们把生命值的设定也交给 </a:t>
            </a:r>
            <a:r>
              <a:rPr lang="en-US" altLang="zh-CN" dirty="0"/>
              <a:t>Tiled </a:t>
            </a:r>
            <a:r>
              <a:rPr lang="zh-CN" altLang="en-US" dirty="0"/>
              <a:t>编辑器。我们再次打开 </a:t>
            </a:r>
            <a:r>
              <a:rPr lang="en-US" altLang="zh-CN" dirty="0"/>
              <a:t>assets/maps/</a:t>
            </a:r>
            <a:r>
              <a:rPr lang="en-US" altLang="zh-CN" dirty="0" err="1"/>
              <a:t>actor.tsj</a:t>
            </a:r>
            <a:r>
              <a:rPr lang="zh-CN" altLang="en-US" dirty="0"/>
              <a:t> 图块集文件，为玩家和所有敌人添加一个名为 </a:t>
            </a:r>
            <a:r>
              <a:rPr lang="en-US" altLang="zh-CN" dirty="0"/>
              <a:t>health</a:t>
            </a:r>
            <a:r>
              <a:rPr lang="zh-CN" altLang="en-US" dirty="0"/>
              <a:t> 的自定义属性，类型为整数。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0ED30-A9FF-AECC-07D5-EE1CFCBB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12" y="3287302"/>
            <a:ext cx="4178515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FBBD-D3D0-DAAC-EE16-4396EEF2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LevelLoader</a:t>
            </a:r>
            <a:r>
              <a:rPr lang="en-US" b="1" dirty="0"/>
              <a:t> </a:t>
            </a:r>
            <a:r>
              <a:rPr lang="zh-CN" altLang="en-US" b="1" dirty="0"/>
              <a:t>升级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9E740-0B18-5389-5B41-C0B69EF9B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接着，我们升级 </a:t>
            </a:r>
            <a:r>
              <a:rPr lang="en-US" dirty="0" err="1"/>
              <a:t>LevelLoader</a:t>
            </a:r>
            <a:r>
              <a:rPr lang="en-US" dirty="0"/>
              <a:t>，</a:t>
            </a:r>
            <a:r>
              <a:rPr lang="zh-CN" altLang="en-US" dirty="0"/>
              <a:t>让它能够读取这个属性并自动添加 </a:t>
            </a:r>
            <a:r>
              <a:rPr lang="en-US" dirty="0" err="1"/>
              <a:t>HealthComponent</a:t>
            </a:r>
            <a:r>
              <a:rPr lang="en-US" dirty="0"/>
              <a:t>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/engine/scene/level_loader.cpp（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725D-78E9-ADE9-7ABE-0D146CEB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6AF5CF-7849-733D-8033-D91F4BF45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476" y="2112072"/>
            <a:ext cx="7741048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44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328F-D549-AF2A-204E-6C2FEDD9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玩家新状态：受伤与死亡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64A2-110A-A4BA-1F85-CA925B6D6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当玩家受到伤害时，仅仅扣点血是不够的，还需要有相应的反馈：</a:t>
            </a:r>
          </a:p>
          <a:p>
            <a:pPr marL="0" indent="0">
              <a:buNone/>
            </a:pPr>
            <a:r>
              <a:rPr lang="zh-CN" altLang="en-US" dirty="0"/>
              <a:t>💥 被击退</a:t>
            </a:r>
          </a:p>
          <a:p>
            <a:pPr marL="0" indent="0">
              <a:buNone/>
            </a:pPr>
            <a:r>
              <a:rPr lang="zh-CN" altLang="en-US" dirty="0"/>
              <a:t>⏸️ 短时间内无法操作（硬直）</a:t>
            </a:r>
          </a:p>
          <a:p>
            <a:pPr marL="0" indent="0">
              <a:buNone/>
            </a:pPr>
            <a:r>
              <a:rPr lang="zh-CN" altLang="en-US" dirty="0"/>
              <a:t>🎬 播放受伤动画</a:t>
            </a:r>
          </a:p>
          <a:p>
            <a:r>
              <a:rPr lang="zh-CN" altLang="en-US" dirty="0"/>
              <a:t>这正是 </a:t>
            </a:r>
            <a:r>
              <a:rPr lang="zh-CN" altLang="en-US" b="1" dirty="0"/>
              <a:t>状态机大显身手</a:t>
            </a:r>
            <a:r>
              <a:rPr lang="zh-CN" altLang="en-US" dirty="0"/>
              <a:t> 的时候。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711E-3126-E9FF-E806-A6ADB5FB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99A80-1AD1-22FF-3ADA-DEFEE5C46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575" y="306943"/>
            <a:ext cx="2625718" cy="620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94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2B96-7578-795F-05AE-E452A778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3.1 </a:t>
            </a:r>
            <a:r>
              <a:rPr lang="zh-CN" altLang="en-US" b="1" dirty="0"/>
              <a:t>受伤状态 </a:t>
            </a:r>
            <a:r>
              <a:rPr lang="en-US" b="1" dirty="0" err="1"/>
              <a:t>HurtState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38C39-AECC-12AE-08AA-54A588FC0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这个状态模拟了玩家被攻击后的短暂失控。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hurt_state.h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hurt_state.cpp（新建文件</a:t>
            </a:r>
            <a:r>
              <a:rPr lang="en-US" b="1" dirty="0"/>
              <a:t>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12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9308-A15A-296B-A161-73578E6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HurtState</a:t>
            </a:r>
            <a:r>
              <a:rPr lang="en-US" b="1" dirty="0"/>
              <a:t> </a:t>
            </a:r>
            <a:r>
              <a:rPr lang="zh-CN" altLang="en-US" b="1" dirty="0"/>
              <a:t>逻辑详解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ED4150-4A44-BD03-1E5D-7EBB2907A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2625"/>
              </p:ext>
            </p:extLst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311745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03801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98233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enter()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播放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hurt"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视觉反馈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08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计算击退方向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根据朝向决定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8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设置击退速度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斜向上弹开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25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nullptr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硬直期无法操作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4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累加硬直计时器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记录硬直时间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81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检查是否落地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落地 →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IdleState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52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检查硬直是否结束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超时 →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FallState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12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716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370F-A665-AA96-D73B-66C84AD35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4EFCB-ECCB-6054-13E3-1B5CBE3A3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683" y="471587"/>
            <a:ext cx="2578233" cy="3225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56A55-FFB2-0A0C-AA76-CDBA84488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70" y="471587"/>
            <a:ext cx="2781443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32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B5F9-DD6D-4547-7711-358FCE8F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退出条件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46AB42-3CF9-F59A-FADA-A30E9976A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68100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337321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01400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51026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7355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优先级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切换到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129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落地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IdleState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立即恢复站立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超时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FallState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在空中继续下落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15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634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10B6-5DF9-34C9-FC8F-41922627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3.2 </a:t>
            </a:r>
            <a:r>
              <a:rPr lang="zh-CN" altLang="en-US" b="1" dirty="0"/>
              <a:t>死亡状态 </a:t>
            </a:r>
            <a:r>
              <a:rPr lang="en-US" b="1" dirty="0" err="1"/>
              <a:t>DeadState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189C0-6D15-2B54-C272-045C5CDCE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这是一个 </a:t>
            </a:r>
            <a:r>
              <a:rPr lang="zh-CN" altLang="en-US" b="1" dirty="0"/>
              <a:t>终结状态</a:t>
            </a:r>
            <a:r>
              <a:rPr lang="zh-CN" altLang="en-US" dirty="0"/>
              <a:t>，一旦进入，玩家就彻底失去控制。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/game/component/state/dead_state.cpp（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281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1DF-E469-8515-2F81-803E7F50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DeadState</a:t>
            </a:r>
            <a:r>
              <a:rPr lang="en-US" b="1" dirty="0"/>
              <a:t> </a:t>
            </a:r>
            <a:r>
              <a:rPr lang="zh-CN" altLang="en-US" b="1" dirty="0"/>
              <a:t>逻辑详解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D08D5F-7516-1AC9-7DC9-F4ADE5CF3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344322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4708902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199360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93582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13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enter()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播放死亡动画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视觉反馈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36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向上弹跳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 = (0, -200)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66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禁用碰撞器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setActive(false)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849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nullptr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41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nullptr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终结状态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05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122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E2CA-2CB1-4E3F-4660-51EE7B8E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6D715-033C-C33A-5E45-83078A26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6EF47-3846-7D3F-9727-62946756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157" y="437085"/>
            <a:ext cx="2286117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80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93D7-5513-DA21-82F9-577C6C56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物理引擎适配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39A87-10AE-7588-9BFA-8AE9C7841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为了让</a:t>
            </a:r>
            <a:r>
              <a:rPr lang="en-US" altLang="zh-CN" dirty="0"/>
              <a:t>"</a:t>
            </a:r>
            <a:r>
              <a:rPr lang="zh-CN" altLang="en-US" dirty="0"/>
              <a:t>禁用碰撞器</a:t>
            </a:r>
            <a:r>
              <a:rPr lang="en-US" altLang="zh-CN" dirty="0"/>
              <a:t>"</a:t>
            </a:r>
            <a:r>
              <a:rPr lang="zh-CN" altLang="en-US" dirty="0"/>
              <a:t>后角色能正常掉出屏幕，我们对物理引擎做一个微小的调整：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/engine/physics/physics_engine.cpp（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3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8720-AD72-6825-2309-B1A38C77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连接 </a:t>
            </a:r>
            <a:r>
              <a:rPr lang="en-US" b="1" dirty="0" err="1"/>
              <a:t>PlayerComponent</a:t>
            </a:r>
            <a:r>
              <a:rPr lang="en-US" b="1" dirty="0"/>
              <a:t> </a:t>
            </a:r>
            <a:r>
              <a:rPr lang="zh-CN" altLang="en-US" b="1" dirty="0"/>
              <a:t>和新状态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4593-6AB3-ED41-2202-A2880FC3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最后一步，我们需要在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中创建一个桥梁，当 </a:t>
            </a:r>
            <a:r>
              <a:rPr lang="en-US" dirty="0" err="1"/>
              <a:t>HealthComponent</a:t>
            </a:r>
            <a:r>
              <a:rPr lang="en-US" dirty="0"/>
              <a:t> </a:t>
            </a:r>
            <a:r>
              <a:rPr lang="zh-CN" altLang="en-US" dirty="0"/>
              <a:t>报告受伤时，由 </a:t>
            </a: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决定切换到 </a:t>
            </a:r>
            <a:r>
              <a:rPr lang="en-US" dirty="0" err="1"/>
              <a:t>HurtState</a:t>
            </a:r>
            <a:r>
              <a:rPr lang="en-US" dirty="0"/>
              <a:t> </a:t>
            </a:r>
            <a:r>
              <a:rPr lang="zh-CN" altLang="en-US" dirty="0"/>
              <a:t>还是 </a:t>
            </a:r>
            <a:r>
              <a:rPr lang="en-US" dirty="0" err="1"/>
              <a:t>DeadState</a:t>
            </a:r>
            <a:r>
              <a:rPr lang="en-US" dirty="0"/>
              <a:t>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3DE73-A01E-63BF-351E-4624ED4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8" y="3045591"/>
            <a:ext cx="2379851" cy="34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38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EF9F-D9BB-7C18-9CCB-DFFA16E1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0D480-0DD4-4CDD-DF1C-7EAD12105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player_component.h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/game/component/player_component.cpp（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784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CD8B-1BA2-B3C0-4F5C-4BCFADFC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takeDamage</a:t>
            </a:r>
            <a:r>
              <a:rPr lang="en-US" b="1" dirty="0"/>
              <a:t>() </a:t>
            </a:r>
            <a:r>
              <a:rPr lang="zh-CN" altLang="en-US" b="1" dirty="0"/>
              <a:t>方法详解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192D49-7317-D804-CD3C-9FBD7B772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231095"/>
              </p:ext>
            </p:extLst>
          </p:nvPr>
        </p:nvGraphicFramePr>
        <p:xfrm>
          <a:off x="838200" y="1825625"/>
          <a:ext cx="1051559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943814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78946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0845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991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安全检查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检查是否已死、组件存在、伤害有效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防止异常调用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672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委托处理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health_component_-&gt;takeDamage()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真正的数值处理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3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检查结果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是否成功造成伤害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可能被无敌帧阻止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98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判断存活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isAlive()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决定切换到哪个状态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25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5. </a:t>
                      </a:r>
                      <a:r>
                        <a:rPr lang="zh-CN" altLang="en-US" b="1">
                          <a:effectLst/>
                        </a:rPr>
                        <a:t>切换状态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创建并设置新状态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HurtState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或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DeadState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60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6. </a:t>
                      </a:r>
                      <a:r>
                        <a:rPr lang="zh-CN" altLang="en-US" b="1">
                          <a:effectLst/>
                        </a:rPr>
                        <a:t>返回结果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return true/false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告知调用者是否成功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6631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833E01-5B0F-A6E9-A775-4DDC47C34B16}"/>
              </a:ext>
            </a:extLst>
          </p:cNvPr>
          <p:cNvSpPr txBox="1"/>
          <p:nvPr/>
        </p:nvSpPr>
        <p:spPr>
          <a:xfrm>
            <a:off x="1014046" y="495998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💡 设计亮点</a:t>
            </a:r>
          </a:p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外部接口唯一性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外部只能通过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ource-code-pro"/>
              </a:rPr>
              <a:t>PlayerComponent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::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ource-code-pro"/>
              </a:rPr>
              <a:t>takeDamage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()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 造成伤害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内部逻辑完全封装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状态切换自动处理</a:t>
            </a:r>
          </a:p>
          <a:p>
            <a:pPr>
              <a:buNone/>
            </a:pP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58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8FE8-AF22-0E3B-52BE-4E7E5EA3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C553F-57A8-0B0E-59E0-092C3747C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035" y="1620471"/>
            <a:ext cx="22499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3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9A42-4106-16C4-AEB6-E2B11E2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14E0-16BA-9978-156C-8C88984C7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通用 </a:t>
            </a:r>
            <a:r>
              <a:rPr lang="en-US" altLang="zh-CN" b="1" dirty="0" err="1"/>
              <a:t>HealthComponent</a:t>
            </a:r>
            <a:r>
              <a:rPr lang="zh-CN" altLang="en-US" dirty="0"/>
              <a:t>：可复用的生命管理组件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数据驱动配置</a:t>
            </a:r>
            <a:r>
              <a:rPr lang="zh-CN" altLang="en-US" dirty="0"/>
              <a:t>：在 </a:t>
            </a:r>
            <a:r>
              <a:rPr lang="en-US" altLang="zh-CN" dirty="0"/>
              <a:t>Tiled </a:t>
            </a:r>
            <a:r>
              <a:rPr lang="zh-CN" altLang="en-US" dirty="0"/>
              <a:t>中设置生命值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无敌帧机制</a:t>
            </a:r>
            <a:r>
              <a:rPr lang="zh-CN" altLang="en-US" dirty="0"/>
              <a:t>：防止连续伤害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受伤状态</a:t>
            </a:r>
            <a:r>
              <a:rPr lang="zh-CN" altLang="en-US" dirty="0"/>
              <a:t>：击退、硬直、动画反馈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死亡状态</a:t>
            </a:r>
            <a:r>
              <a:rPr lang="zh-CN" altLang="en-US" dirty="0"/>
              <a:t>：禁用碰撞、掉出屏幕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状态联动</a:t>
            </a:r>
            <a:r>
              <a:rPr lang="zh-CN" altLang="en-US" dirty="0"/>
              <a:t>：伤害自动触发状态切换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388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986F-BE63-8ECB-8185-9AABF86F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786" y="-76200"/>
            <a:ext cx="10515600" cy="1325563"/>
          </a:xfrm>
        </p:spPr>
        <p:txBody>
          <a:bodyPr/>
          <a:lstStyle/>
          <a:p>
            <a:r>
              <a:rPr lang="en-US" b="1" dirty="0"/>
              <a:t>📚 </a:t>
            </a:r>
            <a:r>
              <a:rPr lang="zh-CN" altLang="en-US" b="1" dirty="0"/>
              <a:t>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17FD-4880-AC8B-8B00-AC6A6C22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" y="961595"/>
            <a:ext cx="12140872" cy="5775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我们的游戏现在有了 </a:t>
            </a:r>
            <a:r>
              <a:rPr lang="zh-CN" altLang="en-US" b="1" dirty="0"/>
              <a:t>真正的核心玩法循环</a:t>
            </a:r>
            <a:r>
              <a:rPr lang="zh-CN" altLang="en-US" dirty="0"/>
              <a:t>：挑战 → 失败 → 反馈。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❤️ 通用的 </a:t>
            </a:r>
            <a:r>
              <a:rPr lang="en-US" altLang="zh-CN" dirty="0" err="1"/>
              <a:t>HealthComponent</a:t>
            </a:r>
            <a:r>
              <a:rPr lang="en-US" altLang="zh-CN" dirty="0"/>
              <a:t> </a:t>
            </a:r>
            <a:r>
              <a:rPr lang="zh-CN" altLang="en-US" dirty="0"/>
              <a:t>管理生命值</a:t>
            </a:r>
          </a:p>
          <a:p>
            <a:pPr marL="0" indent="0">
              <a:buNone/>
            </a:pPr>
            <a:r>
              <a:rPr lang="zh-CN" altLang="en-US" dirty="0"/>
              <a:t>🛡️ 无敌帧机制防止连续伤害</a:t>
            </a:r>
          </a:p>
          <a:p>
            <a:pPr marL="0" indent="0">
              <a:buNone/>
            </a:pPr>
            <a:r>
              <a:rPr lang="zh-CN" altLang="en-US" dirty="0"/>
              <a:t>💥 </a:t>
            </a:r>
            <a:r>
              <a:rPr lang="en-US" altLang="zh-CN" dirty="0" err="1"/>
              <a:t>HurtState</a:t>
            </a:r>
            <a:r>
              <a:rPr lang="en-US" altLang="zh-CN" dirty="0"/>
              <a:t> </a:t>
            </a:r>
            <a:r>
              <a:rPr lang="zh-CN" altLang="en-US" dirty="0"/>
              <a:t>提供击退和硬直反馈</a:t>
            </a:r>
          </a:p>
          <a:p>
            <a:pPr marL="0" indent="0">
              <a:buNone/>
            </a:pPr>
            <a:r>
              <a:rPr lang="zh-CN" altLang="en-US" dirty="0"/>
              <a:t>⚰️ </a:t>
            </a:r>
            <a:r>
              <a:rPr lang="en-US" altLang="zh-CN" dirty="0" err="1"/>
              <a:t>DeadState</a:t>
            </a:r>
            <a:r>
              <a:rPr lang="en-US" altLang="zh-CN" dirty="0"/>
              <a:t> </a:t>
            </a:r>
            <a:r>
              <a:rPr lang="zh-CN" altLang="en-US" dirty="0"/>
              <a:t>处理死亡逻辑</a:t>
            </a:r>
          </a:p>
          <a:p>
            <a:pPr marL="0" indent="0">
              <a:buNone/>
            </a:pPr>
            <a:r>
              <a:rPr lang="zh-CN" altLang="en-US" dirty="0"/>
              <a:t>🔗 </a:t>
            </a:r>
            <a:r>
              <a:rPr lang="en-US" altLang="zh-CN" dirty="0" err="1"/>
              <a:t>PlayerComponent</a:t>
            </a:r>
            <a:r>
              <a:rPr lang="en-US" altLang="zh-CN" dirty="0"/>
              <a:t> </a:t>
            </a:r>
            <a:r>
              <a:rPr lang="zh-CN" altLang="en-US" dirty="0"/>
              <a:t>连接伤害与状态</a:t>
            </a:r>
          </a:p>
          <a:p>
            <a:pPr marL="0" indent="0">
              <a:buNone/>
            </a:pPr>
            <a:r>
              <a:rPr lang="zh-CN" altLang="en-US" dirty="0"/>
              <a:t>📊 数据驱动的生命值配置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：生命系统是游戏的核心反馈机制之一。一个好的生命系统不仅要管理数值，还要提供清晰的视觉和触觉反馈。我们通过状态机将受伤和死亡封装成独立的状态，结合动画、击退、硬直等机制，给玩家带来真实的</a:t>
            </a:r>
            <a:r>
              <a:rPr lang="en-US" altLang="zh-CN" dirty="0"/>
              <a:t>"</a:t>
            </a:r>
            <a:r>
              <a:rPr lang="zh-CN" altLang="en-US" dirty="0"/>
              <a:t>受伤</a:t>
            </a:r>
            <a:r>
              <a:rPr lang="en-US" altLang="zh-CN" dirty="0"/>
              <a:t>"</a:t>
            </a:r>
            <a:r>
              <a:rPr lang="zh-CN" altLang="en-US" dirty="0"/>
              <a:t>体验。无敌帧的设计防止了连续伤害造成的挫败感，这是平台游戏中必不可少的机制。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001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E601-2390-1344-FD88-2EEABF30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DDDF4-CECC-CF43-EC10-9B1A08E3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现在我们</a:t>
            </a:r>
            <a:r>
              <a:rPr lang="zh-CN" altLang="en-US" dirty="0"/>
              <a:t>将实现 </a:t>
            </a:r>
            <a:r>
              <a:rPr lang="zh-CN" altLang="en-US" b="1" dirty="0"/>
              <a:t>玩家与其他对象交互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⚔️ 玩家攻击系统</a:t>
            </a:r>
          </a:p>
          <a:p>
            <a:r>
              <a:rPr lang="zh-CN" altLang="en-US" dirty="0"/>
              <a:t>💀 敌人死亡处理</a:t>
            </a:r>
          </a:p>
          <a:p>
            <a:r>
              <a:rPr lang="zh-CN" altLang="en-US" dirty="0"/>
              <a:t>🏆 道具拾取机制</a:t>
            </a:r>
          </a:p>
          <a:p>
            <a:r>
              <a:rPr lang="zh-CN" altLang="en-US" dirty="0"/>
              <a:t>🎮 完整的战斗循环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9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1248</Words>
  <Application>Microsoft Office PowerPoint</Application>
  <PresentationFormat>Widescreen</PresentationFormat>
  <Paragraphs>220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-apple-system</vt:lpstr>
      <vt:lpstr>source-code-pro</vt:lpstr>
      <vt:lpstr>Aptos</vt:lpstr>
      <vt:lpstr>Aptos Display</vt:lpstr>
      <vt:lpstr>Arial</vt:lpstr>
      <vt:lpstr>Office Theme</vt:lpstr>
      <vt:lpstr>生命组件与死伤状态</vt:lpstr>
      <vt:lpstr>📌 问题背景</vt:lpstr>
      <vt:lpstr>PowerPoint Presentation</vt:lpstr>
      <vt:lpstr>💡 解决方案：通用生命系统</vt:lpstr>
      <vt:lpstr>PowerPoint Presentation</vt:lpstr>
      <vt:lpstr>🎯 本课目标</vt:lpstr>
      <vt:lpstr>1. 引擎核心：通用的 HealthComponent</vt:lpstr>
      <vt:lpstr>核心功能</vt:lpstr>
      <vt:lpstr>PowerPoint Presentation</vt:lpstr>
      <vt:lpstr>组件设计详解</vt:lpstr>
      <vt:lpstr>takeDamage() 流程</vt:lpstr>
      <vt:lpstr>PowerPoint Presentation</vt:lpstr>
      <vt:lpstr>设计优势</vt:lpstr>
      <vt:lpstr>2. 数据驱动生命值</vt:lpstr>
      <vt:lpstr>LevelLoader 升级</vt:lpstr>
      <vt:lpstr>PowerPoint Presentation</vt:lpstr>
      <vt:lpstr>3. 玩家新状态：受伤与死亡</vt:lpstr>
      <vt:lpstr>PowerPoint Presentation</vt:lpstr>
      <vt:lpstr>3.1 受伤状态 HurtState</vt:lpstr>
      <vt:lpstr>HurtState 逻辑详解</vt:lpstr>
      <vt:lpstr>PowerPoint Presentation</vt:lpstr>
      <vt:lpstr>退出条件</vt:lpstr>
      <vt:lpstr>3.2 死亡状态 DeadState</vt:lpstr>
      <vt:lpstr>DeadState 逻辑详解</vt:lpstr>
      <vt:lpstr>PowerPoint Presentation</vt:lpstr>
      <vt:lpstr>物理引擎适配</vt:lpstr>
      <vt:lpstr>4. 连接 PlayerComponent 和新状态</vt:lpstr>
      <vt:lpstr>PowerPoint Presentation</vt:lpstr>
      <vt:lpstr>takeDamage() 方法详解</vt:lpstr>
      <vt:lpstr>🎯 系统架构总结</vt:lpstr>
      <vt:lpstr>核心成就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2025-11-16T05:43:47Z</dcterms:created>
  <dcterms:modified xsi:type="dcterms:W3CDTF">2025-11-16T05:54:17Z</dcterms:modified>
</cp:coreProperties>
</file>
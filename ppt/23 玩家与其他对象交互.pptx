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9252-193C-FB54-7656-18C0D4EF4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B892E-9918-D74E-02ED-1E4772C62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DAC17-8D86-F64F-6BBB-7E031FEA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1F8A-34ED-7982-5EE3-1385D3D2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954D-98AB-A902-0D9C-43252BD2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2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E66E-772B-FF5E-3D1B-BBC650E0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04DE-D0DF-B4C4-9107-BFCDEF35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4F99B-A202-92B9-ECB6-E5A75795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315AB-22AA-66CA-3AD7-BA7C22C4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720A-7A91-859B-9962-8C5E85A4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EDBC-26E6-1D35-8222-85CC41F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70334-ADB5-ED36-93C0-9B715776E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8DD1-8020-5F2B-94B5-4BD7B536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DF51-5E43-2824-0DFE-219D5D1F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EBC40-C283-CDFC-47E7-04460232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FA82-BF72-FD9D-334D-AEB03544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6BED-E6F5-737D-D2F0-A2C340B4A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CFEA-73C9-8E21-864F-6023699EA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07AC5-2C7F-DF7D-2F64-AE828929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EDE97-E92F-81CC-B744-6D416814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0923C-B757-51BC-85D8-3FCCFDDE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99DA-FDA2-049F-288A-649B11B5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05610-DB12-9912-EE5C-EC0F27AF7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27D7D-04B6-38D8-67F4-B5D1E4446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8F8D4-31A5-FF8C-6E24-F94B45D42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09AE6-7B4B-F33E-99C7-CA9719AFC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57CF0-3B13-1A8F-75F2-53AD4F75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FDC7E-3143-8482-E64C-E510011E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96E18-A4EF-B245-3E34-2252F896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9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BE7E-4A91-2479-2591-723CD193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1641D-C511-1563-4184-235B8BE8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6D509-6468-FD48-85AE-734DCDEE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EB201-B693-5BA8-34D4-5941472E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6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7B52B4-D63C-AA09-59C5-9190BB7E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DF2DA-9D08-2302-0E4A-4771FF46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F0186-0181-25B4-B403-41408D0B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7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3E03-963E-D7F2-1FF3-C254CBF0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DD07-0B06-C06C-87AF-3F1FABDDB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CF3D4-57EA-0204-4CFE-17B1BC54E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D8B54-26FF-8D9B-14A7-443FCA2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478BA-5E82-AFE4-C75E-0F14985A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0D54D-DA5B-D2DA-98C2-0CDB4E8E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738B-7E4A-0233-750C-6C2D5A3B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67D3A-EB62-78E3-932C-BA99858CE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48EBE-6F1B-5835-8C87-67887224A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94DAE-4D1A-2684-7A6C-9C0CD12D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B6B8C-CA0B-7306-3B79-7C67F531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6EC69-76F1-8571-B46B-D26C55D5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C47B-6E39-A1FC-BD2A-0D1EB635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A2D05-FAD5-1BB1-AF68-0F389AB32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0B77E-4A7A-287A-84FA-22C120C9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85640-659C-429C-7DF3-EA14D2A2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02544-202B-C405-B495-82B5761B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4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C597B-2288-021A-5173-42CA2AB0B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060C-E6EF-29CB-6F75-540A5E104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660DC-B02E-19F5-A11C-69C83D4F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4E2C-0DD2-943A-EB03-70657E6C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54125-7493-BF2A-441F-AB9059AD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0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5D481-117F-6CE1-2E0E-71C8F58E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EB9A4-24A4-B04C-A03A-0C9460BDE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1BC44-1C6C-1AB3-B4BE-5988AD2F1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223B7-E21C-4DA9-8DC3-72C438FAB10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63FD-DADE-30E2-63E2-3394F608D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2F02B-D2B4-0413-7D73-A61D19556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F1773-A0F5-48AD-BF66-48CD3CB1E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0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D081-9E8E-09EC-672A-E20C896E5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玩家与其他对象交互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EDD4D-7B6A-A0A6-7869-B77BB896A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79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D2E6-2A9B-84D7-6F22-3D183FE6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8A123-FDD3-864D-F175-56800E3A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我们已经实现了完整的生命系统，玩家可以受伤和死亡。但目前玩家只能被动挨打，无法主动攻击敌人，也无法与道具、环境进行交互。游戏缺少核心的</a:t>
            </a:r>
            <a:r>
              <a:rPr lang="en-US" altLang="zh-CN" dirty="0"/>
              <a:t>"</a:t>
            </a:r>
            <a:r>
              <a:rPr lang="zh-CN" altLang="en-US" dirty="0"/>
              <a:t>攻守平衡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92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5049-A590-CBDB-E4C3-172B5304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397C0B-12C9-9A64-89F4-751CA6696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451810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090761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9784180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27699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35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无攻击手段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玩家无法主动消灭敌人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缺少进攻性玩法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865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无道具系统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无法拾取道具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缺少奖励机制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92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无环境交互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不会触发危险地形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关卡设计受限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61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碰撞无逻辑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所有碰撞都一样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缺少策略性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763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72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75C6-BFA9-9706-D95A-6769080A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解决方案：完整的交互系统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8C555-52D5-0103-A76F-272B7F4DD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706" y="2191939"/>
            <a:ext cx="6572588" cy="36069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3423AC-6145-191A-7B22-11BF0389B6E6}"/>
              </a:ext>
            </a:extLst>
          </p:cNvPr>
          <p:cNvSpPr txBox="1"/>
          <p:nvPr/>
        </p:nvSpPr>
        <p:spPr>
          <a:xfrm>
            <a:off x="375138" y="2545975"/>
            <a:ext cx="23504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核心思想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GameScene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中建立碰撞处理中心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实现经典的踩踏攻击机制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添加道具收集系统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动态创建特效对象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实现危险地形触发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C0D15-D58E-DC60-079D-84BC78073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939" y="2191939"/>
            <a:ext cx="2844946" cy="33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5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54F3-C699-FB6D-6DAA-85CA4A20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F93192-611C-BC25-CA99-564F2F5D14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23883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134102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0797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04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实现碰撞处理中心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 </a:t>
                      </a:r>
                      <a:r>
                        <a:rPr lang="en-US" altLang="zh-CN">
                          <a:effectLst/>
                        </a:rPr>
                        <a:t>GameScene </a:t>
                      </a:r>
                      <a:r>
                        <a:rPr lang="zh-CN" altLang="en-US">
                          <a:effectLst/>
                        </a:rPr>
                        <a:t>统一处理所有碰撞逻辑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69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实现踩踏攻击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经典的平台游戏机制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31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实现道具收集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拾取水果回血、宝石加分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410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动态创建特效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死亡、拾取等视觉反馈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923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实现危险地形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尖刺等陷阱伤害机制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08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097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0C76-82BF-ED39-0C5A-369C8E76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第一部分：玩家与动态对象的交互（敌人与道具）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AA28-3B90-2E25-BF01-C93615918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物理引擎只负责检测和解决 </a:t>
            </a:r>
            <a:r>
              <a:rPr lang="zh-CN" altLang="en-US" b="1" dirty="0"/>
              <a:t>物理层面</a:t>
            </a:r>
            <a:r>
              <a:rPr lang="zh-CN" altLang="en-US" dirty="0"/>
              <a:t> 的碰撞（即防止穿透），但</a:t>
            </a:r>
            <a:r>
              <a:rPr lang="en-US" altLang="zh-CN" dirty="0"/>
              <a:t>"</a:t>
            </a:r>
            <a:r>
              <a:rPr lang="zh-CN" altLang="en-US" dirty="0"/>
              <a:t>玩家踩到敌人</a:t>
            </a:r>
            <a:r>
              <a:rPr lang="en-US" altLang="zh-CN" dirty="0"/>
              <a:t>"</a:t>
            </a:r>
            <a:r>
              <a:rPr lang="zh-CN" altLang="en-US" dirty="0"/>
              <a:t>和</a:t>
            </a:r>
            <a:r>
              <a:rPr lang="en-US" altLang="zh-CN" dirty="0"/>
              <a:t>"</a:t>
            </a:r>
            <a:r>
              <a:rPr lang="zh-CN" altLang="en-US" dirty="0"/>
              <a:t>玩家撞到敌人</a:t>
            </a:r>
            <a:r>
              <a:rPr lang="en-US" altLang="zh-CN" dirty="0"/>
              <a:t>"</a:t>
            </a:r>
            <a:r>
              <a:rPr lang="zh-CN" altLang="en-US" dirty="0"/>
              <a:t>在游戏逻辑上是完全不同的两件事。这些 </a:t>
            </a:r>
            <a:r>
              <a:rPr lang="zh-CN" altLang="en-US" b="1" dirty="0"/>
              <a:t>高层逻辑</a:t>
            </a:r>
            <a:r>
              <a:rPr lang="zh-CN" altLang="en-US" dirty="0"/>
              <a:t> 应该在哪里处理呢？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b="1" dirty="0"/>
              <a:t>💡 </a:t>
            </a:r>
            <a:r>
              <a:rPr lang="zh-CN" altLang="en-US" b="1" dirty="0"/>
              <a:t>设计思想</a:t>
            </a:r>
          </a:p>
          <a:p>
            <a:pPr marL="0" indent="0">
              <a:buNone/>
            </a:pPr>
            <a:r>
              <a:rPr lang="zh-CN" altLang="en-US" sz="2400" dirty="0"/>
              <a:t>最佳地点就是 </a:t>
            </a:r>
            <a:r>
              <a:rPr lang="en-US" sz="2400" b="1" dirty="0" err="1"/>
              <a:t>GameScene</a:t>
            </a:r>
            <a:r>
              <a:rPr lang="en-US" sz="2400" dirty="0"/>
              <a:t>，</a:t>
            </a:r>
            <a:r>
              <a:rPr lang="zh-CN" altLang="en-US" sz="2400" dirty="0"/>
              <a:t>因为：</a:t>
            </a:r>
          </a:p>
          <a:p>
            <a:r>
              <a:rPr lang="en-US" sz="2400" dirty="0"/>
              <a:t>Scene </a:t>
            </a:r>
            <a:r>
              <a:rPr lang="zh-CN" altLang="en-US" sz="2400" dirty="0"/>
              <a:t>是所有游戏对象的管理者</a:t>
            </a:r>
          </a:p>
          <a:p>
            <a:r>
              <a:rPr lang="en-US" sz="2400" dirty="0"/>
              <a:t>Scene </a:t>
            </a:r>
            <a:r>
              <a:rPr lang="zh-CN" altLang="en-US" sz="2400" dirty="0"/>
              <a:t>最了解对象之间的关系</a:t>
            </a:r>
          </a:p>
          <a:p>
            <a:r>
              <a:rPr lang="en-US" sz="2400" dirty="0"/>
              <a:t>Scene </a:t>
            </a:r>
            <a:r>
              <a:rPr lang="zh-CN" altLang="en-US" sz="2400" dirty="0"/>
              <a:t>可以访问所有组件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71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20D6-4D81-1211-2966-4326E0F4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碰撞处理中心：</a:t>
            </a:r>
            <a:r>
              <a:rPr lang="en-US" b="1" dirty="0" err="1"/>
              <a:t>handleObjectCollisions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93533-AA2A-0558-B9D8-9BADA2430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中创建一个 </a:t>
            </a:r>
            <a:r>
              <a:rPr lang="en-US" dirty="0" err="1"/>
              <a:t>handleObjectCollisions</a:t>
            </a:r>
            <a:r>
              <a:rPr lang="en-US" dirty="0"/>
              <a:t> </a:t>
            </a:r>
            <a:r>
              <a:rPr lang="zh-CN" altLang="en-US" dirty="0"/>
              <a:t>函数，并在 </a:t>
            </a:r>
            <a:r>
              <a:rPr lang="en-US" dirty="0"/>
              <a:t>update </a:t>
            </a:r>
            <a:r>
              <a:rPr lang="zh-CN" altLang="en-US" dirty="0"/>
              <a:t>循环中每帧调用它。这个函数将成为我们处理所有对象间交互的枢纽。</a:t>
            </a:r>
            <a:endParaRPr lang="en-US" altLang="zh-CN" dirty="0"/>
          </a:p>
          <a:p>
            <a:r>
              <a:rPr lang="en-US" b="1" dirty="0" err="1"/>
              <a:t>src</a:t>
            </a:r>
            <a:r>
              <a:rPr lang="en-US" b="1" dirty="0"/>
              <a:t>/game/scene/</a:t>
            </a:r>
            <a:r>
              <a:rPr lang="en-US" b="1" dirty="0" err="1"/>
              <a:t>game_scene.h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0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8FCB-8AE6-38C9-E2C1-BEB9C735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对象识别策略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CC1F1D-C78A-A725-6C03-24D4B7896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057967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3991602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106847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15865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对象类型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识别方式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示例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45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玩家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name == "player"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唯一的玩家对象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64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敌人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tag == "enemy"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所有敌人共享标签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88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道具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tag == "item"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所有道具共享标签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635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54D313-A1CD-6F8B-F7A3-BFC3A88C47FC}"/>
              </a:ext>
            </a:extLst>
          </p:cNvPr>
          <p:cNvSpPr txBox="1"/>
          <p:nvPr/>
        </p:nvSpPr>
        <p:spPr>
          <a:xfrm>
            <a:off x="920261" y="3549016"/>
            <a:ext cx="10433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这个函数从物理引擎获取本帧发生的所有碰撞对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ource-code-pro"/>
              </a:rPr>
              <a:t>collision_pairs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，然后通过判断对象的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name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 和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ource-code-pro"/>
              </a:rPr>
              <a:t>tag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，将不同类型的碰撞 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分发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 给相应的处理函数。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7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CF1B-1A75-A9EE-B6C3-486ACCDB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核心玩法：踩踏与受伤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3359-EBCE-F344-4D8D-3F53AB329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现在我们来填充 </a:t>
            </a:r>
            <a:r>
              <a:rPr lang="en-US" dirty="0" err="1"/>
              <a:t>PlayerVSEnemyCollision</a:t>
            </a:r>
            <a:r>
              <a:rPr lang="en-US" dirty="0"/>
              <a:t> </a:t>
            </a:r>
            <a:r>
              <a:rPr lang="zh-CN" altLang="en-US" dirty="0"/>
              <a:t>的具体逻辑。这是平台跳跃游戏中最核心的机制之一。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实现）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7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E3F8-97B7-8510-08ED-5BDD7EE5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96B776-E402-03C3-3EEF-6E0B62B6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37" y="213702"/>
            <a:ext cx="3300032" cy="634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37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3E3F-008D-77F2-5532-B8EF4C94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判断条件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752837-6E14-8DB3-C31F-1557FC1C3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935339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136112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26619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10187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结果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135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overlap.x &gt; overlap.y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主要是垂直方向碰撞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可能是踩踏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588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player_center.y &lt; enemy_center.y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玩家在敌人上方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确认是踩踏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27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两者都满足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成功踩踏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敌人受伤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不满足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侧面或底部碰撞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玩家受伤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774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837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4D41-769E-3458-D73A-77C6AB6E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B153CD-2B97-71F3-E9A4-2A6203829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615" y="227089"/>
            <a:ext cx="3696507" cy="529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59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7B24-2C11-7F6E-6B6E-9118818A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游戏体验细节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C3A23-D3C2-35CA-76FC-29062C9CF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367" y="1690688"/>
            <a:ext cx="5600988" cy="914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B1422E-8BB2-8D0F-6D48-495F1A339CA7}"/>
              </a:ext>
            </a:extLst>
          </p:cNvPr>
          <p:cNvSpPr txBox="1"/>
          <p:nvPr/>
        </p:nvSpPr>
        <p:spPr>
          <a:xfrm>
            <a:off x="732692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为什么重要？</a:t>
            </a: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给玩家即时反馈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让玩家保持空中控制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可以连续踩踏多个敌人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✅ 经典马里奥式体验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27ED66-6B9E-004F-5318-E795059FF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286" y="1201247"/>
            <a:ext cx="1835244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9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0793-1A99-8FA6-83D8-7027DC841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道具收集与特效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70B3-4A42-4C44-8458-52CC512BF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道具的逻辑相对简单：玩家碰到道具，道具消失，玩家获得增益。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实现）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66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E5150-292C-EC55-0394-584BCFB8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道具类型与效果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80C9CD-BBEE-43CA-AE5D-E442FB1A3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860569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535282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286243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09090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36356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道具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效果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32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"fruit"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回复 </a:t>
                      </a:r>
                      <a:r>
                        <a:rPr lang="en-US" altLang="zh-CN">
                          <a:effectLst/>
                        </a:rPr>
                        <a:t>1 </a:t>
                      </a:r>
                      <a:r>
                        <a:rPr lang="zh-CN" altLang="en-US">
                          <a:effectLst/>
                        </a:rPr>
                        <a:t>点生命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heal(1)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88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"gem"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增加分数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待实现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98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79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C83D-03FA-6A13-20C7-D96C4F15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动态创建对象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8B92-104E-0D17-74FF-B66BF0CC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createEffect</a:t>
            </a:r>
            <a:r>
              <a:rPr lang="zh-CN" altLang="en-US" b="1" dirty="0"/>
              <a:t> 函数</a:t>
            </a:r>
            <a:r>
              <a:rPr lang="zh-CN" altLang="en-US" dirty="0"/>
              <a:t>是本节课的另一个重点。我们不再像以前一样只能通过 </a:t>
            </a:r>
            <a:r>
              <a:rPr lang="en-US" altLang="zh-CN" dirty="0"/>
              <a:t>Tiled </a:t>
            </a:r>
            <a:r>
              <a:rPr lang="zh-CN" altLang="en-US" dirty="0"/>
              <a:t>地图编辑器来创建对象，而是学会了 </a:t>
            </a:r>
            <a:r>
              <a:rPr lang="zh-CN" altLang="en-US" b="1" dirty="0"/>
              <a:t>在代码中动态创建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88AC8-F8A0-0A91-C7AF-0CE7EAA88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935" y="2615651"/>
            <a:ext cx="2703521" cy="415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355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0ED4-8C48-3CF9-4094-728C9C54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</a:t>
            </a:r>
            <a:r>
              <a:rPr lang="zh-CN" altLang="en-US" b="1" dirty="0"/>
              <a:t>核心机制：一次性特效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1231A5-73AC-BD7A-A9D8-DB6B13F92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610" y="1557020"/>
            <a:ext cx="3645087" cy="457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45055-3AE2-53A1-C8B5-C7CE2402EC61}"/>
              </a:ext>
            </a:extLst>
          </p:cNvPr>
          <p:cNvSpPr txBox="1"/>
          <p:nvPr/>
        </p:nvSpPr>
        <p:spPr>
          <a:xfrm>
            <a:off x="1260230" y="2258435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工作原理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-apple-system"/>
              </a:rPr>
              <a:t>AnimationComponent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在动画播放完毕后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自动将其所属的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-apple-system"/>
              </a:rPr>
              <a:t>GameObject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标记为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need_remove</a:t>
            </a: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Scene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在下一帧安全地删除对象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33333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优势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自动管理临时对象生命周期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无需手动跟踪和删除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优雅且高效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✅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防止内存泄漏</a:t>
            </a:r>
          </a:p>
        </p:txBody>
      </p:sp>
    </p:spTree>
    <p:extLst>
      <p:ext uri="{BB962C8B-B14F-4D97-AF65-F5344CB8AC3E}">
        <p14:creationId xmlns:p14="http://schemas.microsoft.com/office/powerpoint/2010/main" val="3793925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5F93-C1B4-E421-A91B-9D000324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特效配置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7BBA34-2FF7-8ED5-24D7-5C638D7E6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8833474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929253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475620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656895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04882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92441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特效类型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纹理路径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帧数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帧尺寸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时长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835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敌人死亡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enemy-deadth.png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40x41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0.5s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89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道具拾取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item-feedback.png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32x32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0.4s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815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548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18F7-4AFF-3516-AD41-FF8C484D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第二部分：玩家与静态环境的交互（危险地形）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38541-35F7-0163-DD40-DF9F772E0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除了会移动的敌人，关卡中还充满了静态的危险，比如 </a:t>
            </a:r>
            <a:r>
              <a:rPr lang="zh-CN" altLang="en-US" b="1" dirty="0"/>
              <a:t>尖刺、岩浆</a:t>
            </a:r>
            <a:r>
              <a:rPr lang="zh-CN" altLang="en-US" dirty="0"/>
              <a:t> 等。这些通常是作为瓦片地图的一部分存在的。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01645-A9A3-A388-15B2-C696DE45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1199"/>
            <a:ext cx="2673487" cy="28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93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8ACC-58BD-914E-3868-185C35A5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定义危险瓦片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7FD6-04A9-B3E7-54D9-039D1EA78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首先，我们在 </a:t>
            </a:r>
            <a:r>
              <a:rPr lang="en-US" altLang="zh-CN" dirty="0"/>
              <a:t>Tiled </a:t>
            </a:r>
            <a:r>
              <a:rPr lang="zh-CN" altLang="en-US" dirty="0"/>
              <a:t>编辑器中为尖刺等瓦片添加一个自定义属性 </a:t>
            </a:r>
            <a:r>
              <a:rPr lang="en-US" altLang="zh-CN" dirty="0"/>
              <a:t>"hazard": true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62DC9-41FD-16A4-BEED-899C36FC8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39" y="2833759"/>
            <a:ext cx="3111660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11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4C76-75B6-0382-CA6E-F41129D19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扩展瓦片类型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6FB3-EC80-372B-5926-8E8526F2B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然后，我们扩展引擎，让它能够识别这种新类型的瓦片。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tilelayer_component.h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/engine/scene/</a:t>
            </a:r>
            <a:r>
              <a:rPr lang="en-US" b="1" dirty="0" err="1"/>
              <a:t>level_loader.cpp（更新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40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2E6B-10DA-C76C-A04A-0EB62532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瓦片类型总览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3C184A-2BD3-915F-A9EB-77FFCD431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497455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784797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425259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47491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9353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触发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85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NORMAL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普通瓦片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451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SOLID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实体瓦片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380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UNISOLID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单向平台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(</a:t>
                      </a:r>
                      <a:r>
                        <a:rPr lang="zh-CN" altLang="en-US">
                          <a:effectLst/>
                        </a:rPr>
                        <a:t>仅向下</a:t>
                      </a:r>
                      <a:r>
                        <a:rPr lang="en-US" altLang="zh-CN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71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SLOPE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斜坡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5603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HAZARD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危险瓦片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46043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316504-F398-888B-6467-5FBD358854EB}"/>
              </a:ext>
            </a:extLst>
          </p:cNvPr>
          <p:cNvSpPr txBox="1"/>
          <p:nvPr/>
        </p:nvSpPr>
        <p:spPr>
          <a:xfrm>
            <a:off x="926122" y="4389512"/>
            <a:ext cx="8745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现在，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ource-code-pro"/>
              </a:rPr>
              <a:t>LevelLoader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 在加载地图时，就能正确识别出哪些是危险瓦片了。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152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5320-EF23-E45C-4B56-90B1441E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物理引擎升级：瓦片触发器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99188-4D39-60FE-A27D-B784D76B1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危险瓦片和普通墙壁不同，玩家可以进入它的区域，但进入后会触发事件（受伤）。我们需要升级物理引擎来支持它。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/engine/physics/</a:t>
            </a:r>
            <a:r>
              <a:rPr lang="en-US" b="1" dirty="0" err="1"/>
              <a:t>physics_engine.h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/engine/physics/physics_engine.cpp（</a:t>
            </a:r>
            <a:r>
              <a:rPr lang="zh-CN" altLang="en-US" b="1" dirty="0"/>
              <a:t>更新）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10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B1CA-6246-AB72-1A7B-88D63813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B4CC8-1A83-1694-A0E7-43913BBA6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54731"/>
            <a:ext cx="3259015" cy="597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1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C12C-C815-9515-8D77-8298171C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435-6412-AA8C-E18A-A0D2F0484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💡 </a:t>
            </a:r>
            <a:r>
              <a:rPr lang="zh-CN" altLang="en-US" b="1" dirty="0"/>
              <a:t>去重机制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36343-5941-A648-059B-8711CD5F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04" y="2380508"/>
            <a:ext cx="4349974" cy="36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64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24DB-E2FD-3339-8430-3ABADD5B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8914E1-EB04-9D38-3A26-E6111D4F7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277" y="365125"/>
            <a:ext cx="3484831" cy="589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02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FD41-77D5-0A04-5352-EAFD77B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升级要点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63DB41-0A7A-428C-AED0-BDD6B0737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393869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902559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553474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20555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升级项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321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新增事件列表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tile_trigger_events_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记录触发事件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52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检测时机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update()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结束时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位移完成后检测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8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去重机制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使用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std::set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防止重复触发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60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可扩展性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支持多种触发类型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未来可添加其他触发器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1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11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0D69-A447-C73A-50FE-BBA1F697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在 </a:t>
            </a:r>
            <a:r>
              <a:rPr lang="en-US" b="1" dirty="0" err="1"/>
              <a:t>GameScene</a:t>
            </a:r>
            <a:r>
              <a:rPr lang="en-US" b="1" dirty="0"/>
              <a:t> </a:t>
            </a:r>
            <a:r>
              <a:rPr lang="zh-CN" altLang="en-US" b="1" dirty="0"/>
              <a:t>中处理瓦片触发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36535-19E3-EE4D-3764-D378A4218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最后，回到 </a:t>
            </a:r>
            <a:r>
              <a:rPr lang="en-US" dirty="0" err="1"/>
              <a:t>GameScene</a:t>
            </a:r>
            <a:r>
              <a:rPr lang="en-US" dirty="0"/>
              <a:t>，</a:t>
            </a:r>
            <a:r>
              <a:rPr lang="zh-CN" altLang="en-US" dirty="0"/>
              <a:t>像处理对象碰撞一样，我们也来处理瓦片触发事件。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DDEB9-76B5-5F80-F6D7-CEC82599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42" y="3153508"/>
            <a:ext cx="2044673" cy="351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9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A318-E3F4-6B11-E3D0-5A97D3FC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949DBB-FD40-D6D2-7075-EB8CDB687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579" y="1356580"/>
            <a:ext cx="2365606" cy="539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57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BFD0-50A8-CC9A-1CC4-541A9729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91236-34EA-CAF4-E036-A4DE444E1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✅ </a:t>
            </a:r>
            <a:r>
              <a:rPr lang="zh-CN" altLang="en-US" b="1" dirty="0"/>
              <a:t>碰撞处理中心</a:t>
            </a:r>
            <a:r>
              <a:rPr lang="zh-CN" altLang="en-US" dirty="0"/>
              <a:t>：</a:t>
            </a:r>
            <a:r>
              <a:rPr lang="en-US" altLang="zh-CN" dirty="0" err="1"/>
              <a:t>GameScene</a:t>
            </a:r>
            <a:r>
              <a:rPr lang="en-US" altLang="zh-CN" dirty="0"/>
              <a:t> </a:t>
            </a:r>
            <a:r>
              <a:rPr lang="zh-CN" altLang="en-US" dirty="0"/>
              <a:t>统一管理所有交互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踩踏攻击</a:t>
            </a:r>
            <a:r>
              <a:rPr lang="zh-CN" altLang="en-US" dirty="0"/>
              <a:t>：经典平台游戏机制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道具收集</a:t>
            </a:r>
            <a:r>
              <a:rPr lang="zh-CN" altLang="en-US" dirty="0"/>
              <a:t>：拾取、增益、特效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动态创建对象</a:t>
            </a:r>
            <a:r>
              <a:rPr lang="zh-CN" altLang="en-US" dirty="0"/>
              <a:t>：运行时生成特效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一次性特效</a:t>
            </a:r>
            <a:r>
              <a:rPr lang="zh-CN" altLang="en-US" dirty="0"/>
              <a:t>：自动管理生命周期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危险地形</a:t>
            </a:r>
            <a:r>
              <a:rPr lang="zh-CN" altLang="en-US" dirty="0"/>
              <a:t>：瓦片触发器系统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去重机制</a:t>
            </a:r>
            <a:r>
              <a:rPr lang="zh-CN" altLang="en-US" dirty="0"/>
              <a:t>：防止重复触发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23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15A5-FA13-9A79-7DA6-79F53B9D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A38491-8BB2-BC2A-A527-55675C1C7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60087"/>
            <a:ext cx="3264068" cy="405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01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41AA-409C-BE22-BD64-F2AAAAB5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77" y="0"/>
            <a:ext cx="10515600" cy="1325563"/>
          </a:xfrm>
        </p:spPr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62D3-B554-9D46-44A4-408AF8D67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985" y="1019908"/>
            <a:ext cx="11805138" cy="558018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太棒了！通过本课的学习，我们的游戏终于拥有了 </a:t>
            </a:r>
            <a:r>
              <a:rPr lang="zh-CN" altLang="en-US" b="1" dirty="0"/>
              <a:t>完整的核心交互循环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🎮 </a:t>
            </a:r>
            <a:r>
              <a:rPr lang="en-US" altLang="zh-CN" dirty="0" err="1"/>
              <a:t>GameScene</a:t>
            </a:r>
            <a:r>
              <a:rPr lang="en-US" altLang="zh-CN" dirty="0"/>
              <a:t> </a:t>
            </a:r>
            <a:r>
              <a:rPr lang="zh-CN" altLang="en-US" dirty="0"/>
              <a:t>作为碰撞处理中心</a:t>
            </a:r>
          </a:p>
          <a:p>
            <a:pPr marL="0" indent="0">
              <a:buNone/>
            </a:pPr>
            <a:r>
              <a:rPr lang="zh-CN" altLang="en-US" dirty="0"/>
              <a:t>⚔️ 踩踏攻击：</a:t>
            </a:r>
            <a:r>
              <a:rPr lang="en-US" altLang="zh-CN" dirty="0"/>
              <a:t>overlap </a:t>
            </a:r>
            <a:r>
              <a:rPr lang="zh-CN" altLang="en-US" dirty="0"/>
              <a:t>判断 </a:t>
            </a:r>
            <a:r>
              <a:rPr lang="en-US" altLang="zh-CN" dirty="0"/>
              <a:t>+ </a:t>
            </a:r>
            <a:r>
              <a:rPr lang="zh-CN" altLang="en-US" dirty="0"/>
              <a:t>反弹跳跃</a:t>
            </a:r>
          </a:p>
          <a:p>
            <a:pPr marL="0" indent="0">
              <a:buNone/>
            </a:pPr>
            <a:r>
              <a:rPr lang="zh-CN" altLang="en-US" dirty="0"/>
              <a:t>💰 道具收集：增益效果 </a:t>
            </a:r>
            <a:r>
              <a:rPr lang="en-US" altLang="zh-CN" dirty="0"/>
              <a:t>+ </a:t>
            </a:r>
            <a:r>
              <a:rPr lang="zh-CN" altLang="en-US" dirty="0"/>
              <a:t>视觉反馈</a:t>
            </a:r>
          </a:p>
          <a:p>
            <a:pPr marL="0" indent="0">
              <a:buNone/>
            </a:pPr>
            <a:r>
              <a:rPr lang="zh-CN" altLang="en-US" dirty="0"/>
              <a:t>✨ 动态创建特效：运行时生成对象</a:t>
            </a:r>
          </a:p>
          <a:p>
            <a:pPr marL="0" indent="0">
              <a:buNone/>
            </a:pPr>
            <a:r>
              <a:rPr lang="zh-CN" altLang="en-US" dirty="0"/>
              <a:t>🔄 一次性动画：自动管理生命周期</a:t>
            </a:r>
          </a:p>
          <a:p>
            <a:pPr marL="0" indent="0">
              <a:buNone/>
            </a:pPr>
            <a:r>
              <a:rPr lang="zh-CN" altLang="en-US" dirty="0"/>
              <a:t>⚠️ 危险地形：瓦片触发器系统</a:t>
            </a:r>
          </a:p>
          <a:p>
            <a:pPr marL="0" indent="0">
              <a:buNone/>
            </a:pPr>
            <a:r>
              <a:rPr lang="zh-CN" altLang="en-US" dirty="0"/>
              <a:t>🛡️ 去重机制：防止重复伤害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：我们建立了清晰的职责划分</a:t>
            </a:r>
            <a:r>
              <a:rPr lang="en-US" altLang="zh-CN" dirty="0"/>
              <a:t>——</a:t>
            </a:r>
            <a:r>
              <a:rPr lang="zh-CN" altLang="en-US" dirty="0"/>
              <a:t>物理引擎负责</a:t>
            </a:r>
            <a:r>
              <a:rPr lang="en-US" altLang="zh-CN" dirty="0"/>
              <a:t>"</a:t>
            </a:r>
            <a:r>
              <a:rPr lang="zh-CN" altLang="en-US" dirty="0"/>
              <a:t>报告</a:t>
            </a:r>
            <a:r>
              <a:rPr lang="en-US" altLang="zh-CN" dirty="0"/>
              <a:t>"</a:t>
            </a:r>
            <a:r>
              <a:rPr lang="zh-CN" altLang="en-US" dirty="0"/>
              <a:t>，</a:t>
            </a:r>
            <a:r>
              <a:rPr lang="en-US" altLang="zh-CN" dirty="0" err="1"/>
              <a:t>GameScene</a:t>
            </a:r>
            <a:r>
              <a:rPr lang="en-US" altLang="zh-CN" dirty="0"/>
              <a:t> </a:t>
            </a:r>
            <a:r>
              <a:rPr lang="zh-CN" altLang="en-US" dirty="0"/>
              <a:t>负责</a:t>
            </a:r>
            <a:r>
              <a:rPr lang="en-US" altLang="zh-CN" dirty="0"/>
              <a:t>"</a:t>
            </a:r>
            <a:r>
              <a:rPr lang="zh-CN" altLang="en-US" dirty="0"/>
              <a:t>决策</a:t>
            </a:r>
            <a:r>
              <a:rPr lang="en-US" altLang="zh-CN" dirty="0"/>
              <a:t>"</a:t>
            </a:r>
            <a:r>
              <a:rPr lang="zh-CN" altLang="en-US" dirty="0"/>
              <a:t>。这种分层架构让代码更易维护和扩展。动态创建对象配合一次性动画的模式，是管理临时特效的优雅方案。踩踏机制的实现展示了如何用简单的数学判断（重叠量比较）实现复杂的游戏逻辑。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01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DD1F1-08C8-054A-F8B8-4A0E5D2D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0711F-6E5D-C026-DE73-5AA4F1990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现在将</a:t>
            </a:r>
            <a:r>
              <a:rPr lang="zh-CN" altLang="en-US" dirty="0"/>
              <a:t>实现 </a:t>
            </a:r>
            <a:r>
              <a:rPr lang="en-US" altLang="zh-CN" b="1" dirty="0"/>
              <a:t>AI </a:t>
            </a:r>
            <a:r>
              <a:rPr lang="zh-CN" altLang="en-US" b="1" dirty="0"/>
              <a:t>组件与 </a:t>
            </a:r>
            <a:r>
              <a:rPr lang="en-US" altLang="zh-CN" b="1" dirty="0"/>
              <a:t>AI </a:t>
            </a:r>
            <a:r>
              <a:rPr lang="zh-CN" altLang="en-US" b="1" dirty="0"/>
              <a:t>行为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🤖 敌人 </a:t>
            </a:r>
            <a:r>
              <a:rPr lang="en-US" altLang="zh-CN" dirty="0"/>
              <a:t>AI </a:t>
            </a:r>
            <a:r>
              <a:rPr lang="zh-CN" altLang="en-US" dirty="0"/>
              <a:t>系统</a:t>
            </a:r>
          </a:p>
          <a:p>
            <a:r>
              <a:rPr lang="zh-CN" altLang="en-US" dirty="0"/>
              <a:t>🚶 巡逻行为</a:t>
            </a:r>
          </a:p>
          <a:p>
            <a:r>
              <a:rPr lang="zh-CN" altLang="en-US" dirty="0"/>
              <a:t>👁️ 追击行为</a:t>
            </a:r>
          </a:p>
          <a:p>
            <a:r>
              <a:rPr lang="zh-CN" altLang="en-US" dirty="0"/>
              <a:t>🎯 行为状态机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939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1316</Words>
  <Application>Microsoft Office PowerPoint</Application>
  <PresentationFormat>Widescreen</PresentationFormat>
  <Paragraphs>218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-apple-system</vt:lpstr>
      <vt:lpstr>source-code-pro</vt:lpstr>
      <vt:lpstr>Aptos</vt:lpstr>
      <vt:lpstr>Aptos Display</vt:lpstr>
      <vt:lpstr>Arial</vt:lpstr>
      <vt:lpstr>Office Theme</vt:lpstr>
      <vt:lpstr>玩家与其他对象交互</vt:lpstr>
      <vt:lpstr>📌 问题背景</vt:lpstr>
      <vt:lpstr>PowerPoint Presentation</vt:lpstr>
      <vt:lpstr>💡 解决方案：完整的交互系统</vt:lpstr>
      <vt:lpstr>🎯 本课目标</vt:lpstr>
      <vt:lpstr>第一部分：玩家与动态对象的交互（敌人与道具）</vt:lpstr>
      <vt:lpstr>1. 碰撞处理中心：handleObjectCollisions</vt:lpstr>
      <vt:lpstr>对象识别策略</vt:lpstr>
      <vt:lpstr>2. 核心玩法：踩踏与受伤</vt:lpstr>
      <vt:lpstr>PowerPoint Presentation</vt:lpstr>
      <vt:lpstr>判断条件</vt:lpstr>
      <vt:lpstr>PowerPoint Presentation</vt:lpstr>
      <vt:lpstr>💡 游戏体验细节</vt:lpstr>
      <vt:lpstr>3. 道具收集与特效</vt:lpstr>
      <vt:lpstr>道具类型与效果</vt:lpstr>
      <vt:lpstr>动态创建对象</vt:lpstr>
      <vt:lpstr>💡 核心机制：一次性特效</vt:lpstr>
      <vt:lpstr>特效配置</vt:lpstr>
      <vt:lpstr>第二部分：玩家与静态环境的交互（危险地形）</vt:lpstr>
      <vt:lpstr>4. 定义危险瓦片</vt:lpstr>
      <vt:lpstr>扩展瓦片类型</vt:lpstr>
      <vt:lpstr>瓦片类型总览</vt:lpstr>
      <vt:lpstr>5. 物理引擎升级：瓦片触发器</vt:lpstr>
      <vt:lpstr>PowerPoint Presentation</vt:lpstr>
      <vt:lpstr>PowerPoint Presentation</vt:lpstr>
      <vt:lpstr>PowerPoint Presentation</vt:lpstr>
      <vt:lpstr>升级要点</vt:lpstr>
      <vt:lpstr>6. 在 GameScene 中处理瓦片触发</vt:lpstr>
      <vt:lpstr>🎯 系统架构总结</vt:lpstr>
      <vt:lpstr>核心成就</vt:lpstr>
      <vt:lpstr>PowerPoint Presentation</vt:lpstr>
      <vt:lpstr>📚 总结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2025-11-16T06:01:31Z</dcterms:created>
  <dcterms:modified xsi:type="dcterms:W3CDTF">2025-11-16T06:17:47Z</dcterms:modified>
</cp:coreProperties>
</file>